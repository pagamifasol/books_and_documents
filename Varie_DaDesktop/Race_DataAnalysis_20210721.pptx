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4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atteo.Paganini\Desktop\DataEngineering\Monza_21R03\Cockpit_Temperatures_report\CockpitTemp_Report_MNZ21R03.xlsb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800"/>
              <a:t>TCockpit delta</a:t>
            </a:r>
            <a:r>
              <a:rPr lang="it-IT" sz="1800" baseline="0"/>
              <a:t> to Ambient </a:t>
            </a:r>
            <a:r>
              <a:rPr lang="it-IT" sz="1800" baseline="0">
                <a:solidFill>
                  <a:srgbClr val="FF0000"/>
                </a:solidFill>
              </a:rPr>
              <a:t>#708</a:t>
            </a:r>
            <a:r>
              <a:rPr lang="it-IT" sz="1800" baseline="0">
                <a:solidFill>
                  <a:sysClr val="windowText" lastClr="000000"/>
                </a:solidFill>
              </a:rPr>
              <a:t> vs </a:t>
            </a:r>
            <a:r>
              <a:rPr lang="it-IT" sz="1800" baseline="0">
                <a:solidFill>
                  <a:srgbClr val="00B050"/>
                </a:solidFill>
              </a:rPr>
              <a:t>#709</a:t>
            </a:r>
            <a:endParaRPr lang="it-IT" sz="1800"/>
          </a:p>
        </c:rich>
      </c:tx>
      <c:layout>
        <c:manualLayout>
          <c:xMode val="edge"/>
          <c:yMode val="edge"/>
          <c:x val="0.33067228746296007"/>
          <c:y val="1.54162205041498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Race_Tcockpit_Comparison!$B$1</c:f>
              <c:strCache>
                <c:ptCount val="1"/>
                <c:pt idx="0">
                  <c:v>DELTA_AMB_708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C00000"/>
                </a:solidFill>
              </a:ln>
              <a:effectLst/>
            </c:spPr>
          </c:marker>
          <c:xVal>
            <c:numRef>
              <c:f>Race_Tcockpit_Comparison!$A$2:$A$234</c:f>
              <c:numCache>
                <c:formatCode>[$-F400]h:mm:ss\ AM/PM</c:formatCode>
                <c:ptCount val="233"/>
                <c:pt idx="0">
                  <c:v>0.45833333333333331</c:v>
                </c:pt>
                <c:pt idx="1">
                  <c:v>0.9590277777777777</c:v>
                </c:pt>
                <c:pt idx="2">
                  <c:v>1.4597222222222199</c:v>
                </c:pt>
                <c:pt idx="3">
                  <c:v>1.96041666666666</c:v>
                </c:pt>
                <c:pt idx="4">
                  <c:v>2.4611111111111099</c:v>
                </c:pt>
                <c:pt idx="5">
                  <c:v>2.96180555555555</c:v>
                </c:pt>
                <c:pt idx="6">
                  <c:v>3.4624999999999999</c:v>
                </c:pt>
                <c:pt idx="7">
                  <c:v>3.96319444444444</c:v>
                </c:pt>
                <c:pt idx="8">
                  <c:v>4.4638888888888797</c:v>
                </c:pt>
                <c:pt idx="9">
                  <c:v>4.96458333333333</c:v>
                </c:pt>
                <c:pt idx="10">
                  <c:v>5.4652777777777697</c:v>
                </c:pt>
                <c:pt idx="11">
                  <c:v>5.96597222222222</c:v>
                </c:pt>
                <c:pt idx="12">
                  <c:v>6.4666666666666597</c:v>
                </c:pt>
                <c:pt idx="13">
                  <c:v>6.96736111111111</c:v>
                </c:pt>
                <c:pt idx="14">
                  <c:v>7.4680555555555497</c:v>
                </c:pt>
                <c:pt idx="15">
                  <c:v>7.96875</c:v>
                </c:pt>
                <c:pt idx="16">
                  <c:v>8.4694444444444397</c:v>
                </c:pt>
                <c:pt idx="17">
                  <c:v>8.9701388888888793</c:v>
                </c:pt>
                <c:pt idx="18">
                  <c:v>9.4708333333333297</c:v>
                </c:pt>
                <c:pt idx="19">
                  <c:v>9.9715277777777693</c:v>
                </c:pt>
                <c:pt idx="20">
                  <c:v>10.4722222222222</c:v>
                </c:pt>
                <c:pt idx="21">
                  <c:v>10.972916666666601</c:v>
                </c:pt>
                <c:pt idx="22">
                  <c:v>11.473611111111101</c:v>
                </c:pt>
                <c:pt idx="23">
                  <c:v>11.9743055555555</c:v>
                </c:pt>
                <c:pt idx="24">
                  <c:v>12.475</c:v>
                </c:pt>
                <c:pt idx="25">
                  <c:v>12.9756944444444</c:v>
                </c:pt>
                <c:pt idx="26">
                  <c:v>13.4763888888889</c:v>
                </c:pt>
                <c:pt idx="27">
                  <c:v>13.977083333333301</c:v>
                </c:pt>
                <c:pt idx="28">
                  <c:v>14.4777777777777</c:v>
                </c:pt>
                <c:pt idx="29">
                  <c:v>14.9784722222222</c:v>
                </c:pt>
                <c:pt idx="30">
                  <c:v>15.4791666666666</c:v>
                </c:pt>
                <c:pt idx="31">
                  <c:v>15.9798611111111</c:v>
                </c:pt>
                <c:pt idx="32">
                  <c:v>16.480555555555501</c:v>
                </c:pt>
                <c:pt idx="33">
                  <c:v>16.981249999999999</c:v>
                </c:pt>
                <c:pt idx="34">
                  <c:v>17.481944444444402</c:v>
                </c:pt>
                <c:pt idx="35">
                  <c:v>17.9826388888889</c:v>
                </c:pt>
                <c:pt idx="36">
                  <c:v>18.483333333333299</c:v>
                </c:pt>
                <c:pt idx="37">
                  <c:v>18.984027777777701</c:v>
                </c:pt>
                <c:pt idx="38">
                  <c:v>19.484722222222199</c:v>
                </c:pt>
                <c:pt idx="39">
                  <c:v>19.985416666666602</c:v>
                </c:pt>
                <c:pt idx="40">
                  <c:v>20.4861111111111</c:v>
                </c:pt>
                <c:pt idx="41">
                  <c:v>20.986805555555499</c:v>
                </c:pt>
                <c:pt idx="42">
                  <c:v>21.487500000000001</c:v>
                </c:pt>
                <c:pt idx="43">
                  <c:v>21.9881944444444</c:v>
                </c:pt>
                <c:pt idx="44">
                  <c:v>22.488888888888901</c:v>
                </c:pt>
                <c:pt idx="45">
                  <c:v>22.9895833333333</c:v>
                </c:pt>
                <c:pt idx="46">
                  <c:v>23.490277777777699</c:v>
                </c:pt>
                <c:pt idx="47">
                  <c:v>23.990972222222201</c:v>
                </c:pt>
                <c:pt idx="48">
                  <c:v>24.4916666666666</c:v>
                </c:pt>
                <c:pt idx="49">
                  <c:v>24.992361111111101</c:v>
                </c:pt>
                <c:pt idx="50">
                  <c:v>25.4930555555555</c:v>
                </c:pt>
                <c:pt idx="51">
                  <c:v>25.993749999999999</c:v>
                </c:pt>
                <c:pt idx="52">
                  <c:v>26.494444444444401</c:v>
                </c:pt>
                <c:pt idx="53">
                  <c:v>26.9951388888888</c:v>
                </c:pt>
                <c:pt idx="54">
                  <c:v>27.495833333333302</c:v>
                </c:pt>
                <c:pt idx="55">
                  <c:v>27.9965277777777</c:v>
                </c:pt>
                <c:pt idx="56">
                  <c:v>28.497222222222199</c:v>
                </c:pt>
                <c:pt idx="57">
                  <c:v>28.997916666666601</c:v>
                </c:pt>
                <c:pt idx="58">
                  <c:v>29.498611111111099</c:v>
                </c:pt>
                <c:pt idx="59">
                  <c:v>29.999305555555502</c:v>
                </c:pt>
                <c:pt idx="60">
                  <c:v>30.5</c:v>
                </c:pt>
                <c:pt idx="61">
                  <c:v>31.000694444444399</c:v>
                </c:pt>
                <c:pt idx="62">
                  <c:v>31.501388888888801</c:v>
                </c:pt>
                <c:pt idx="63">
                  <c:v>32.002083333333303</c:v>
                </c:pt>
                <c:pt idx="64">
                  <c:v>32.502777777777702</c:v>
                </c:pt>
                <c:pt idx="65">
                  <c:v>33.0034722222222</c:v>
                </c:pt>
                <c:pt idx="66">
                  <c:v>33.504166666666599</c:v>
                </c:pt>
                <c:pt idx="67">
                  <c:v>34.004861111111097</c:v>
                </c:pt>
                <c:pt idx="68">
                  <c:v>34.505555555555503</c:v>
                </c:pt>
                <c:pt idx="69">
                  <c:v>35.006250000000001</c:v>
                </c:pt>
                <c:pt idx="70">
                  <c:v>35.5069444444444</c:v>
                </c:pt>
                <c:pt idx="71">
                  <c:v>36.007638888888799</c:v>
                </c:pt>
                <c:pt idx="72">
                  <c:v>36.508333333333297</c:v>
                </c:pt>
                <c:pt idx="73">
                  <c:v>37.009027777777703</c:v>
                </c:pt>
                <c:pt idx="74">
                  <c:v>37.509722222222202</c:v>
                </c:pt>
                <c:pt idx="75">
                  <c:v>38.0104166666666</c:v>
                </c:pt>
                <c:pt idx="76">
                  <c:v>38.511111111111099</c:v>
                </c:pt>
                <c:pt idx="77">
                  <c:v>39.011805555555497</c:v>
                </c:pt>
                <c:pt idx="78">
                  <c:v>39.512500000000003</c:v>
                </c:pt>
                <c:pt idx="79">
                  <c:v>40.013194444444402</c:v>
                </c:pt>
                <c:pt idx="80">
                  <c:v>40.5138888888888</c:v>
                </c:pt>
                <c:pt idx="81">
                  <c:v>41.014583333333299</c:v>
                </c:pt>
                <c:pt idx="82">
                  <c:v>41.515277777777698</c:v>
                </c:pt>
                <c:pt idx="83">
                  <c:v>42.015972222222203</c:v>
                </c:pt>
                <c:pt idx="84">
                  <c:v>42.516666666666602</c:v>
                </c:pt>
                <c:pt idx="85">
                  <c:v>43.0173611111111</c:v>
                </c:pt>
                <c:pt idx="86">
                  <c:v>43.518055555555499</c:v>
                </c:pt>
                <c:pt idx="87">
                  <c:v>44.018749999999997</c:v>
                </c:pt>
                <c:pt idx="88">
                  <c:v>44.519444444444403</c:v>
                </c:pt>
                <c:pt idx="89">
                  <c:v>45.020138888888802</c:v>
                </c:pt>
                <c:pt idx="90">
                  <c:v>45.5208333333333</c:v>
                </c:pt>
                <c:pt idx="91">
                  <c:v>46.021527777777699</c:v>
                </c:pt>
                <c:pt idx="92">
                  <c:v>46.522222222222197</c:v>
                </c:pt>
                <c:pt idx="93">
                  <c:v>47.022916666666603</c:v>
                </c:pt>
                <c:pt idx="94">
                  <c:v>47.523611111111101</c:v>
                </c:pt>
                <c:pt idx="95">
                  <c:v>48.0243055555555</c:v>
                </c:pt>
                <c:pt idx="96">
                  <c:v>48.524999999999999</c:v>
                </c:pt>
                <c:pt idx="97">
                  <c:v>49.025694444444397</c:v>
                </c:pt>
                <c:pt idx="98">
                  <c:v>49.526388888888803</c:v>
                </c:pt>
                <c:pt idx="99">
                  <c:v>50.027083333333302</c:v>
                </c:pt>
                <c:pt idx="100">
                  <c:v>50.5277777777777</c:v>
                </c:pt>
                <c:pt idx="101">
                  <c:v>51.028472222222199</c:v>
                </c:pt>
                <c:pt idx="102">
                  <c:v>51.529166666666598</c:v>
                </c:pt>
                <c:pt idx="103">
                  <c:v>52.029861111111103</c:v>
                </c:pt>
                <c:pt idx="104">
                  <c:v>52.530555555555502</c:v>
                </c:pt>
                <c:pt idx="105">
                  <c:v>53.03125</c:v>
                </c:pt>
                <c:pt idx="106">
                  <c:v>53.531944444444399</c:v>
                </c:pt>
                <c:pt idx="107">
                  <c:v>54.032638888888798</c:v>
                </c:pt>
                <c:pt idx="108">
                  <c:v>54.533333333333303</c:v>
                </c:pt>
                <c:pt idx="109">
                  <c:v>55.034027777777702</c:v>
                </c:pt>
                <c:pt idx="110">
                  <c:v>55.5347222222222</c:v>
                </c:pt>
                <c:pt idx="111">
                  <c:v>56.035416666666599</c:v>
                </c:pt>
                <c:pt idx="112">
                  <c:v>56.536111111111097</c:v>
                </c:pt>
                <c:pt idx="113">
                  <c:v>57.036805555555503</c:v>
                </c:pt>
                <c:pt idx="114">
                  <c:v>57.537500000000001</c:v>
                </c:pt>
                <c:pt idx="115">
                  <c:v>58.0381944444444</c:v>
                </c:pt>
                <c:pt idx="116">
                  <c:v>58.538888888888799</c:v>
                </c:pt>
                <c:pt idx="117">
                  <c:v>59.039583333333297</c:v>
                </c:pt>
                <c:pt idx="118">
                  <c:v>59.540277777777703</c:v>
                </c:pt>
                <c:pt idx="119">
                  <c:v>60.040972222222202</c:v>
                </c:pt>
                <c:pt idx="120">
                  <c:v>60.5416666666666</c:v>
                </c:pt>
                <c:pt idx="121">
                  <c:v>61.042361111111099</c:v>
                </c:pt>
                <c:pt idx="122">
                  <c:v>61.543055555555497</c:v>
                </c:pt>
                <c:pt idx="123">
                  <c:v>62.043750000000003</c:v>
                </c:pt>
                <c:pt idx="124">
                  <c:v>62.544444444444402</c:v>
                </c:pt>
                <c:pt idx="125">
                  <c:v>63.0451388888888</c:v>
                </c:pt>
                <c:pt idx="126">
                  <c:v>63.545833333333299</c:v>
                </c:pt>
                <c:pt idx="127">
                  <c:v>64.046527777777698</c:v>
                </c:pt>
                <c:pt idx="128">
                  <c:v>64.547222222222203</c:v>
                </c:pt>
                <c:pt idx="129">
                  <c:v>65.047916666666595</c:v>
                </c:pt>
                <c:pt idx="130">
                  <c:v>65.5486111111111</c:v>
                </c:pt>
                <c:pt idx="131">
                  <c:v>66.049305555555506</c:v>
                </c:pt>
                <c:pt idx="132">
                  <c:v>66.55</c:v>
                </c:pt>
                <c:pt idx="133">
                  <c:v>67.050694444444403</c:v>
                </c:pt>
                <c:pt idx="134">
                  <c:v>67.551388888888795</c:v>
                </c:pt>
                <c:pt idx="135">
                  <c:v>68.0520833333333</c:v>
                </c:pt>
                <c:pt idx="136">
                  <c:v>68.552777777777706</c:v>
                </c:pt>
                <c:pt idx="137">
                  <c:v>69.053472222222197</c:v>
                </c:pt>
                <c:pt idx="138">
                  <c:v>69.554166666666603</c:v>
                </c:pt>
                <c:pt idx="139">
                  <c:v>70.054861111111094</c:v>
                </c:pt>
                <c:pt idx="140">
                  <c:v>70.5555555555555</c:v>
                </c:pt>
                <c:pt idx="141">
                  <c:v>71.056249999999906</c:v>
                </c:pt>
                <c:pt idx="142">
                  <c:v>71.556944444444397</c:v>
                </c:pt>
                <c:pt idx="143">
                  <c:v>72.057638888888803</c:v>
                </c:pt>
                <c:pt idx="144">
                  <c:v>72.558333333333294</c:v>
                </c:pt>
                <c:pt idx="145">
                  <c:v>73.0590277777777</c:v>
                </c:pt>
                <c:pt idx="146">
                  <c:v>73.559722222222206</c:v>
                </c:pt>
                <c:pt idx="147">
                  <c:v>74.060416666666598</c:v>
                </c:pt>
                <c:pt idx="148">
                  <c:v>74.561111111111103</c:v>
                </c:pt>
                <c:pt idx="149">
                  <c:v>75.061805555555495</c:v>
                </c:pt>
                <c:pt idx="150">
                  <c:v>75.562499999999901</c:v>
                </c:pt>
                <c:pt idx="151">
                  <c:v>76.063194444444406</c:v>
                </c:pt>
                <c:pt idx="152">
                  <c:v>76.563888888888798</c:v>
                </c:pt>
                <c:pt idx="153">
                  <c:v>77.064583333333303</c:v>
                </c:pt>
                <c:pt idx="154">
                  <c:v>77.565277777777695</c:v>
                </c:pt>
                <c:pt idx="155">
                  <c:v>78.0659722222222</c:v>
                </c:pt>
                <c:pt idx="156">
                  <c:v>78.566666666666606</c:v>
                </c:pt>
                <c:pt idx="157">
                  <c:v>79.067361111111097</c:v>
                </c:pt>
                <c:pt idx="158">
                  <c:v>79.568055555555503</c:v>
                </c:pt>
                <c:pt idx="159">
                  <c:v>80.068749999999994</c:v>
                </c:pt>
                <c:pt idx="160">
                  <c:v>80.5694444444444</c:v>
                </c:pt>
                <c:pt idx="161">
                  <c:v>81.070138888888806</c:v>
                </c:pt>
                <c:pt idx="162">
                  <c:v>81.570833333333297</c:v>
                </c:pt>
                <c:pt idx="163">
                  <c:v>82.071527777777703</c:v>
                </c:pt>
                <c:pt idx="164">
                  <c:v>82.572222222222194</c:v>
                </c:pt>
                <c:pt idx="165">
                  <c:v>83.0729166666666</c:v>
                </c:pt>
                <c:pt idx="166">
                  <c:v>83.573611111111106</c:v>
                </c:pt>
                <c:pt idx="167">
                  <c:v>84.074305555555497</c:v>
                </c:pt>
                <c:pt idx="168">
                  <c:v>84.574999999999903</c:v>
                </c:pt>
                <c:pt idx="169">
                  <c:v>85.075694444444395</c:v>
                </c:pt>
                <c:pt idx="170">
                  <c:v>85.5763888888888</c:v>
                </c:pt>
                <c:pt idx="171">
                  <c:v>86.077083333333306</c:v>
                </c:pt>
                <c:pt idx="172">
                  <c:v>86.577777777777698</c:v>
                </c:pt>
                <c:pt idx="173">
                  <c:v>87.078472222222203</c:v>
                </c:pt>
                <c:pt idx="174">
                  <c:v>87.579166666666595</c:v>
                </c:pt>
                <c:pt idx="175">
                  <c:v>88.0798611111111</c:v>
                </c:pt>
                <c:pt idx="176">
                  <c:v>88.580555555555506</c:v>
                </c:pt>
                <c:pt idx="177">
                  <c:v>89.081249999999898</c:v>
                </c:pt>
                <c:pt idx="178">
                  <c:v>89.581944444444403</c:v>
                </c:pt>
                <c:pt idx="179">
                  <c:v>90.082638888888795</c:v>
                </c:pt>
                <c:pt idx="180">
                  <c:v>90.5833333333333</c:v>
                </c:pt>
                <c:pt idx="181">
                  <c:v>91.084027777777706</c:v>
                </c:pt>
                <c:pt idx="182">
                  <c:v>91.584722222222197</c:v>
                </c:pt>
                <c:pt idx="183">
                  <c:v>92.085416666666603</c:v>
                </c:pt>
                <c:pt idx="184">
                  <c:v>92.586111111111094</c:v>
                </c:pt>
                <c:pt idx="185">
                  <c:v>93.0868055555555</c:v>
                </c:pt>
                <c:pt idx="186">
                  <c:v>93.587499999999906</c:v>
                </c:pt>
                <c:pt idx="187">
                  <c:v>94.088194444444397</c:v>
                </c:pt>
                <c:pt idx="188">
                  <c:v>94.588888888888803</c:v>
                </c:pt>
                <c:pt idx="189">
                  <c:v>95.089583333333294</c:v>
                </c:pt>
                <c:pt idx="190">
                  <c:v>95.5902777777777</c:v>
                </c:pt>
                <c:pt idx="191">
                  <c:v>96.090972222222206</c:v>
                </c:pt>
                <c:pt idx="192">
                  <c:v>96.591666666666598</c:v>
                </c:pt>
                <c:pt idx="193">
                  <c:v>97.092361111111103</c:v>
                </c:pt>
                <c:pt idx="194">
                  <c:v>97.593055555555495</c:v>
                </c:pt>
                <c:pt idx="195">
                  <c:v>98.093749999999901</c:v>
                </c:pt>
                <c:pt idx="196">
                  <c:v>98.594444444444406</c:v>
                </c:pt>
                <c:pt idx="197">
                  <c:v>99.095138888888798</c:v>
                </c:pt>
                <c:pt idx="198">
                  <c:v>99.595833333333303</c:v>
                </c:pt>
                <c:pt idx="199">
                  <c:v>100.09652777777799</c:v>
                </c:pt>
                <c:pt idx="200">
                  <c:v>100.597222222222</c:v>
                </c:pt>
                <c:pt idx="201">
                  <c:v>101.09791666666599</c:v>
                </c:pt>
                <c:pt idx="202">
                  <c:v>101.598611111111</c:v>
                </c:pt>
                <c:pt idx="203">
                  <c:v>102.09930555555501</c:v>
                </c:pt>
                <c:pt idx="204">
                  <c:v>102.6</c:v>
                </c:pt>
                <c:pt idx="205">
                  <c:v>103.100694444444</c:v>
                </c:pt>
                <c:pt idx="206">
                  <c:v>103.60138888888901</c:v>
                </c:pt>
                <c:pt idx="207">
                  <c:v>104.102083333333</c:v>
                </c:pt>
                <c:pt idx="208">
                  <c:v>104.60277777777701</c:v>
                </c:pt>
                <c:pt idx="209">
                  <c:v>105.103472222222</c:v>
                </c:pt>
                <c:pt idx="210">
                  <c:v>105.604166666666</c:v>
                </c:pt>
                <c:pt idx="211">
                  <c:v>106.10486111111101</c:v>
                </c:pt>
                <c:pt idx="212">
                  <c:v>106.605555555555</c:v>
                </c:pt>
                <c:pt idx="213">
                  <c:v>107.10625</c:v>
                </c:pt>
                <c:pt idx="214">
                  <c:v>107.606944444444</c:v>
                </c:pt>
                <c:pt idx="215">
                  <c:v>108.107638888889</c:v>
                </c:pt>
                <c:pt idx="216">
                  <c:v>108.60833333333299</c:v>
                </c:pt>
                <c:pt idx="217">
                  <c:v>109.109027777777</c:v>
                </c:pt>
                <c:pt idx="218">
                  <c:v>109.609722222222</c:v>
                </c:pt>
                <c:pt idx="219">
                  <c:v>110.110416666666</c:v>
                </c:pt>
                <c:pt idx="220">
                  <c:v>110.611111111111</c:v>
                </c:pt>
                <c:pt idx="221">
                  <c:v>111.11180555555499</c:v>
                </c:pt>
                <c:pt idx="222">
                  <c:v>111.6125</c:v>
                </c:pt>
                <c:pt idx="223">
                  <c:v>112.11319444444401</c:v>
                </c:pt>
                <c:pt idx="224">
                  <c:v>112.61388888888899</c:v>
                </c:pt>
                <c:pt idx="225">
                  <c:v>113.114583333333</c:v>
                </c:pt>
                <c:pt idx="226">
                  <c:v>113.615277777777</c:v>
                </c:pt>
                <c:pt idx="227">
                  <c:v>114.115972222222</c:v>
                </c:pt>
                <c:pt idx="228">
                  <c:v>114.61666666666601</c:v>
                </c:pt>
                <c:pt idx="229">
                  <c:v>115.11736111111099</c:v>
                </c:pt>
                <c:pt idx="230">
                  <c:v>115.618055555555</c:v>
                </c:pt>
                <c:pt idx="231">
                  <c:v>116.11875000000001</c:v>
                </c:pt>
                <c:pt idx="232">
                  <c:v>116.619444444444</c:v>
                </c:pt>
              </c:numCache>
            </c:numRef>
          </c:xVal>
          <c:yVal>
            <c:numRef>
              <c:f>Race_Tcockpit_Comparison!$B$2:$B$234</c:f>
              <c:numCache>
                <c:formatCode>General</c:formatCode>
                <c:ptCount val="233"/>
                <c:pt idx="0">
                  <c:v>0.89999999999999858</c:v>
                </c:pt>
                <c:pt idx="1">
                  <c:v>1</c:v>
                </c:pt>
                <c:pt idx="2">
                  <c:v>1.3000000000000007</c:v>
                </c:pt>
                <c:pt idx="3">
                  <c:v>1.3999999999999986</c:v>
                </c:pt>
                <c:pt idx="4">
                  <c:v>1.3999999999999986</c:v>
                </c:pt>
                <c:pt idx="5">
                  <c:v>1.1999999999999993</c:v>
                </c:pt>
                <c:pt idx="6">
                  <c:v>1.1999999999999993</c:v>
                </c:pt>
                <c:pt idx="7">
                  <c:v>1.3000000000000007</c:v>
                </c:pt>
                <c:pt idx="8">
                  <c:v>1.1999999999999993</c:v>
                </c:pt>
                <c:pt idx="9">
                  <c:v>1.3000000000000007</c:v>
                </c:pt>
                <c:pt idx="10">
                  <c:v>1.3000000000000007</c:v>
                </c:pt>
                <c:pt idx="11">
                  <c:v>1.2000000000000028</c:v>
                </c:pt>
                <c:pt idx="12">
                  <c:v>1.1999999999999993</c:v>
                </c:pt>
                <c:pt idx="13">
                  <c:v>1.0999999999999979</c:v>
                </c:pt>
                <c:pt idx="14">
                  <c:v>1</c:v>
                </c:pt>
                <c:pt idx="15">
                  <c:v>1.1000000000000014</c:v>
                </c:pt>
                <c:pt idx="16">
                  <c:v>1</c:v>
                </c:pt>
                <c:pt idx="17">
                  <c:v>1</c:v>
                </c:pt>
                <c:pt idx="18">
                  <c:v>0.89999999999999858</c:v>
                </c:pt>
                <c:pt idx="19">
                  <c:v>0.89999999999999858</c:v>
                </c:pt>
                <c:pt idx="20">
                  <c:v>0.89999999999999858</c:v>
                </c:pt>
                <c:pt idx="21">
                  <c:v>0.90000000000000213</c:v>
                </c:pt>
                <c:pt idx="22">
                  <c:v>0.60000000000000142</c:v>
                </c:pt>
                <c:pt idx="23">
                  <c:v>-0.19999999999999929</c:v>
                </c:pt>
                <c:pt idx="24">
                  <c:v>-0.89999999999999858</c:v>
                </c:pt>
                <c:pt idx="25">
                  <c:v>-0.5</c:v>
                </c:pt>
                <c:pt idx="26">
                  <c:v>1</c:v>
                </c:pt>
                <c:pt idx="27">
                  <c:v>3.0999999999999979</c:v>
                </c:pt>
                <c:pt idx="28">
                  <c:v>3.0999999999999979</c:v>
                </c:pt>
                <c:pt idx="29">
                  <c:v>4.7000000000000028</c:v>
                </c:pt>
                <c:pt idx="30">
                  <c:v>4.5</c:v>
                </c:pt>
                <c:pt idx="31">
                  <c:v>5.4999999999999964</c:v>
                </c:pt>
                <c:pt idx="32">
                  <c:v>5.6000000000000014</c:v>
                </c:pt>
                <c:pt idx="33">
                  <c:v>4.9000000000000021</c:v>
                </c:pt>
                <c:pt idx="34">
                  <c:v>5.4999999999999964</c:v>
                </c:pt>
                <c:pt idx="35">
                  <c:v>4.1999999999999957</c:v>
                </c:pt>
                <c:pt idx="36">
                  <c:v>4</c:v>
                </c:pt>
                <c:pt idx="37">
                  <c:v>3.1000000000000014</c:v>
                </c:pt>
                <c:pt idx="38">
                  <c:v>2.1000000000000014</c:v>
                </c:pt>
                <c:pt idx="39">
                  <c:v>2.1000000000000014</c:v>
                </c:pt>
                <c:pt idx="40">
                  <c:v>2.1000000000000014</c:v>
                </c:pt>
                <c:pt idx="41">
                  <c:v>0.79999999999999716</c:v>
                </c:pt>
                <c:pt idx="42">
                  <c:v>0.79999999999999716</c:v>
                </c:pt>
                <c:pt idx="43">
                  <c:v>0.79999999999999716</c:v>
                </c:pt>
                <c:pt idx="44">
                  <c:v>0.79999999999999716</c:v>
                </c:pt>
                <c:pt idx="45">
                  <c:v>-0.60000000000000142</c:v>
                </c:pt>
                <c:pt idx="46">
                  <c:v>-0.60000000000000142</c:v>
                </c:pt>
                <c:pt idx="47">
                  <c:v>-0.60000000000000142</c:v>
                </c:pt>
                <c:pt idx="48">
                  <c:v>-0.60000000000000142</c:v>
                </c:pt>
                <c:pt idx="49">
                  <c:v>-1.9000000000000057</c:v>
                </c:pt>
                <c:pt idx="50">
                  <c:v>-1.9000000000000057</c:v>
                </c:pt>
                <c:pt idx="51">
                  <c:v>-1.9000000000000057</c:v>
                </c:pt>
                <c:pt idx="52">
                  <c:v>-1.9000000000000057</c:v>
                </c:pt>
                <c:pt idx="53">
                  <c:v>-1.9000000000000057</c:v>
                </c:pt>
                <c:pt idx="54">
                  <c:v>-1.9000000000000057</c:v>
                </c:pt>
                <c:pt idx="55">
                  <c:v>-3.1999999999999957</c:v>
                </c:pt>
                <c:pt idx="56">
                  <c:v>-1.7999999999999972</c:v>
                </c:pt>
                <c:pt idx="57">
                  <c:v>4.2999999999999972</c:v>
                </c:pt>
                <c:pt idx="58">
                  <c:v>4.9000000000000021</c:v>
                </c:pt>
                <c:pt idx="59">
                  <c:v>4.0000000000000036</c:v>
                </c:pt>
                <c:pt idx="60">
                  <c:v>3.6999999999999957</c:v>
                </c:pt>
                <c:pt idx="61">
                  <c:v>4.5999999999999979</c:v>
                </c:pt>
                <c:pt idx="62">
                  <c:v>4.9000000000000021</c:v>
                </c:pt>
                <c:pt idx="63">
                  <c:v>5.6999999999999993</c:v>
                </c:pt>
                <c:pt idx="64">
                  <c:v>5.8999999999999986</c:v>
                </c:pt>
                <c:pt idx="65">
                  <c:v>6.1000000000000014</c:v>
                </c:pt>
                <c:pt idx="66">
                  <c:v>6.6999999999999993</c:v>
                </c:pt>
                <c:pt idx="67">
                  <c:v>6.2999999999999972</c:v>
                </c:pt>
                <c:pt idx="68">
                  <c:v>6.6999999999999993</c:v>
                </c:pt>
                <c:pt idx="69">
                  <c:v>6.5999999999999979</c:v>
                </c:pt>
                <c:pt idx="70">
                  <c:v>6.7000000000000028</c:v>
                </c:pt>
                <c:pt idx="71">
                  <c:v>6.8999999999999986</c:v>
                </c:pt>
                <c:pt idx="72">
                  <c:v>6.5</c:v>
                </c:pt>
                <c:pt idx="73">
                  <c:v>6.6000000000000014</c:v>
                </c:pt>
                <c:pt idx="74">
                  <c:v>6.5000000000000036</c:v>
                </c:pt>
                <c:pt idx="75">
                  <c:v>6</c:v>
                </c:pt>
                <c:pt idx="76">
                  <c:v>6</c:v>
                </c:pt>
                <c:pt idx="77">
                  <c:v>6</c:v>
                </c:pt>
                <c:pt idx="78">
                  <c:v>7</c:v>
                </c:pt>
                <c:pt idx="79">
                  <c:v>7.1000000000000014</c:v>
                </c:pt>
                <c:pt idx="80">
                  <c:v>6.7999999999999972</c:v>
                </c:pt>
                <c:pt idx="81">
                  <c:v>6.3000000000000007</c:v>
                </c:pt>
                <c:pt idx="82">
                  <c:v>7.3000000000000043</c:v>
                </c:pt>
                <c:pt idx="83">
                  <c:v>7.5</c:v>
                </c:pt>
                <c:pt idx="84">
                  <c:v>6.9000000000000021</c:v>
                </c:pt>
                <c:pt idx="85">
                  <c:v>6.6999999999999993</c:v>
                </c:pt>
                <c:pt idx="86">
                  <c:v>6.6999999999999993</c:v>
                </c:pt>
                <c:pt idx="87">
                  <c:v>6.9999999999999964</c:v>
                </c:pt>
                <c:pt idx="88">
                  <c:v>6.3999999999999986</c:v>
                </c:pt>
                <c:pt idx="89">
                  <c:v>6</c:v>
                </c:pt>
                <c:pt idx="90">
                  <c:v>5.8999999999999986</c:v>
                </c:pt>
                <c:pt idx="91">
                  <c:v>5.1000000000000014</c:v>
                </c:pt>
                <c:pt idx="92">
                  <c:v>5</c:v>
                </c:pt>
                <c:pt idx="93">
                  <c:v>5</c:v>
                </c:pt>
                <c:pt idx="94">
                  <c:v>4.8999999999999986</c:v>
                </c:pt>
                <c:pt idx="95">
                  <c:v>4.8999999999999986</c:v>
                </c:pt>
                <c:pt idx="96">
                  <c:v>4.8000000000000007</c:v>
                </c:pt>
                <c:pt idx="97">
                  <c:v>4.8999999999999986</c:v>
                </c:pt>
                <c:pt idx="98">
                  <c:v>4.9999999999999964</c:v>
                </c:pt>
                <c:pt idx="99">
                  <c:v>4.6000000000000014</c:v>
                </c:pt>
                <c:pt idx="100">
                  <c:v>4.3999999999999986</c:v>
                </c:pt>
                <c:pt idx="101">
                  <c:v>5.5</c:v>
                </c:pt>
                <c:pt idx="102">
                  <c:v>5.4000000000000057</c:v>
                </c:pt>
                <c:pt idx="103">
                  <c:v>5.6999999999999993</c:v>
                </c:pt>
                <c:pt idx="104">
                  <c:v>5.9000000000000021</c:v>
                </c:pt>
                <c:pt idx="105">
                  <c:v>5.3999999999999986</c:v>
                </c:pt>
                <c:pt idx="106">
                  <c:v>5.1999999999999957</c:v>
                </c:pt>
                <c:pt idx="107">
                  <c:v>5</c:v>
                </c:pt>
                <c:pt idx="108">
                  <c:v>4.3999999999999986</c:v>
                </c:pt>
                <c:pt idx="109">
                  <c:v>6.2999999999999972</c:v>
                </c:pt>
                <c:pt idx="110">
                  <c:v>6.2000000000000028</c:v>
                </c:pt>
                <c:pt idx="111">
                  <c:v>5.7000000000000028</c:v>
                </c:pt>
                <c:pt idx="112">
                  <c:v>5.6000000000000014</c:v>
                </c:pt>
                <c:pt idx="113">
                  <c:v>5.2000000000000028</c:v>
                </c:pt>
                <c:pt idx="114">
                  <c:v>5.6000000000000014</c:v>
                </c:pt>
                <c:pt idx="115">
                  <c:v>6.3000000000000043</c:v>
                </c:pt>
                <c:pt idx="116">
                  <c:v>6.2000000000000028</c:v>
                </c:pt>
                <c:pt idx="117">
                  <c:v>5.8000000000000043</c:v>
                </c:pt>
                <c:pt idx="118">
                  <c:v>6</c:v>
                </c:pt>
                <c:pt idx="119">
                  <c:v>5.8999999999999986</c:v>
                </c:pt>
                <c:pt idx="120">
                  <c:v>6</c:v>
                </c:pt>
                <c:pt idx="121">
                  <c:v>5.7999999999999972</c:v>
                </c:pt>
                <c:pt idx="122">
                  <c:v>5.7999999999999972</c:v>
                </c:pt>
                <c:pt idx="123">
                  <c:v>6.3999999999999986</c:v>
                </c:pt>
                <c:pt idx="124">
                  <c:v>5.7000000000000028</c:v>
                </c:pt>
                <c:pt idx="125">
                  <c:v>6.1000000000000014</c:v>
                </c:pt>
                <c:pt idx="126">
                  <c:v>5.7999999999999972</c:v>
                </c:pt>
                <c:pt idx="127">
                  <c:v>5.5</c:v>
                </c:pt>
                <c:pt idx="128">
                  <c:v>5.8000000000000043</c:v>
                </c:pt>
                <c:pt idx="129">
                  <c:v>5.6999999999999957</c:v>
                </c:pt>
                <c:pt idx="130">
                  <c:v>5.6999999999999957</c:v>
                </c:pt>
                <c:pt idx="131">
                  <c:v>5.8999999999999986</c:v>
                </c:pt>
                <c:pt idx="132">
                  <c:v>6</c:v>
                </c:pt>
                <c:pt idx="133">
                  <c:v>5.8000000000000043</c:v>
                </c:pt>
                <c:pt idx="134">
                  <c:v>5.6000000000000014</c:v>
                </c:pt>
                <c:pt idx="135">
                  <c:v>5.8999999999999986</c:v>
                </c:pt>
                <c:pt idx="136">
                  <c:v>5.7000000000000028</c:v>
                </c:pt>
                <c:pt idx="137">
                  <c:v>6.0999999999999943</c:v>
                </c:pt>
                <c:pt idx="138">
                  <c:v>5.6999999999999957</c:v>
                </c:pt>
                <c:pt idx="139">
                  <c:v>6.3000000000000043</c:v>
                </c:pt>
                <c:pt idx="140">
                  <c:v>6.2000000000000028</c:v>
                </c:pt>
                <c:pt idx="141">
                  <c:v>6</c:v>
                </c:pt>
                <c:pt idx="142">
                  <c:v>5.6999999999999957</c:v>
                </c:pt>
                <c:pt idx="143">
                  <c:v>5.6000000000000014</c:v>
                </c:pt>
                <c:pt idx="144">
                  <c:v>5.3999999999999986</c:v>
                </c:pt>
                <c:pt idx="145">
                  <c:v>5.3999999999999986</c:v>
                </c:pt>
                <c:pt idx="146">
                  <c:v>5.8999999999999986</c:v>
                </c:pt>
                <c:pt idx="147">
                  <c:v>5.6999999999999957</c:v>
                </c:pt>
                <c:pt idx="148">
                  <c:v>6.3999999999999986</c:v>
                </c:pt>
                <c:pt idx="149">
                  <c:v>6.4000000000000057</c:v>
                </c:pt>
                <c:pt idx="150">
                  <c:v>6.3999999999999986</c:v>
                </c:pt>
                <c:pt idx="151">
                  <c:v>6.5</c:v>
                </c:pt>
                <c:pt idx="152">
                  <c:v>6.0999999999999943</c:v>
                </c:pt>
                <c:pt idx="153">
                  <c:v>5.7000000000000028</c:v>
                </c:pt>
                <c:pt idx="154">
                  <c:v>6.2000000000000028</c:v>
                </c:pt>
                <c:pt idx="155">
                  <c:v>6</c:v>
                </c:pt>
                <c:pt idx="156">
                  <c:v>6.1000000000000014</c:v>
                </c:pt>
                <c:pt idx="157">
                  <c:v>6.1000000000000014</c:v>
                </c:pt>
                <c:pt idx="158">
                  <c:v>6.3999999999999986</c:v>
                </c:pt>
                <c:pt idx="159">
                  <c:v>5.7999999999999972</c:v>
                </c:pt>
                <c:pt idx="160">
                  <c:v>5.4000000000000057</c:v>
                </c:pt>
                <c:pt idx="161">
                  <c:v>6.2000000000000028</c:v>
                </c:pt>
                <c:pt idx="162">
                  <c:v>6.3000000000000043</c:v>
                </c:pt>
                <c:pt idx="163">
                  <c:v>6.2000000000000028</c:v>
                </c:pt>
                <c:pt idx="164">
                  <c:v>5.3999999999999986</c:v>
                </c:pt>
                <c:pt idx="165">
                  <c:v>5.2999999999999972</c:v>
                </c:pt>
                <c:pt idx="166">
                  <c:v>6</c:v>
                </c:pt>
                <c:pt idx="167">
                  <c:v>6.2000000000000028</c:v>
                </c:pt>
                <c:pt idx="168">
                  <c:v>5.6999999999999957</c:v>
                </c:pt>
                <c:pt idx="169">
                  <c:v>5</c:v>
                </c:pt>
                <c:pt idx="170">
                  <c:v>6.5</c:v>
                </c:pt>
                <c:pt idx="171">
                  <c:v>6.6000000000000014</c:v>
                </c:pt>
                <c:pt idx="172">
                  <c:v>6.7000000000000028</c:v>
                </c:pt>
                <c:pt idx="173">
                  <c:v>6</c:v>
                </c:pt>
                <c:pt idx="174">
                  <c:v>5.7000000000000028</c:v>
                </c:pt>
                <c:pt idx="175">
                  <c:v>5.5</c:v>
                </c:pt>
                <c:pt idx="176">
                  <c:v>5.7999999999999972</c:v>
                </c:pt>
                <c:pt idx="177">
                  <c:v>5.6000000000000014</c:v>
                </c:pt>
                <c:pt idx="178">
                  <c:v>5.3999999999999986</c:v>
                </c:pt>
                <c:pt idx="179">
                  <c:v>5.2000000000000028</c:v>
                </c:pt>
                <c:pt idx="180">
                  <c:v>5.6000000000000014</c:v>
                </c:pt>
                <c:pt idx="181">
                  <c:v>5.5</c:v>
                </c:pt>
                <c:pt idx="182">
                  <c:v>5.2999999999999972</c:v>
                </c:pt>
                <c:pt idx="183">
                  <c:v>5.4000000000000057</c:v>
                </c:pt>
                <c:pt idx="184">
                  <c:v>5.1000000000000014</c:v>
                </c:pt>
                <c:pt idx="185">
                  <c:v>5.2999999999999972</c:v>
                </c:pt>
                <c:pt idx="186">
                  <c:v>4.5999999999999943</c:v>
                </c:pt>
                <c:pt idx="187">
                  <c:v>4.8999999999999986</c:v>
                </c:pt>
                <c:pt idx="188">
                  <c:v>4.2000000000000028</c:v>
                </c:pt>
                <c:pt idx="189">
                  <c:v>4.6000000000000014</c:v>
                </c:pt>
                <c:pt idx="190">
                  <c:v>3.6000000000000014</c:v>
                </c:pt>
                <c:pt idx="191">
                  <c:v>3.8999999999999986</c:v>
                </c:pt>
                <c:pt idx="192">
                  <c:v>4.5</c:v>
                </c:pt>
                <c:pt idx="193">
                  <c:v>4.5</c:v>
                </c:pt>
                <c:pt idx="194">
                  <c:v>4.2999999999999972</c:v>
                </c:pt>
                <c:pt idx="195">
                  <c:v>4</c:v>
                </c:pt>
                <c:pt idx="196">
                  <c:v>4.8999999999999986</c:v>
                </c:pt>
                <c:pt idx="197">
                  <c:v>4.3999999999999986</c:v>
                </c:pt>
                <c:pt idx="198">
                  <c:v>4.7999999999999972</c:v>
                </c:pt>
                <c:pt idx="199">
                  <c:v>4.1000000000000014</c:v>
                </c:pt>
                <c:pt idx="200">
                  <c:v>4.6000000000000014</c:v>
                </c:pt>
                <c:pt idx="201">
                  <c:v>4.5</c:v>
                </c:pt>
                <c:pt idx="202">
                  <c:v>5.1000000000000014</c:v>
                </c:pt>
                <c:pt idx="203">
                  <c:v>4.8999999999999986</c:v>
                </c:pt>
                <c:pt idx="204">
                  <c:v>1.7999999999999972</c:v>
                </c:pt>
                <c:pt idx="205">
                  <c:v>2.7000000000000028</c:v>
                </c:pt>
                <c:pt idx="206">
                  <c:v>4.3999999999999986</c:v>
                </c:pt>
                <c:pt idx="207">
                  <c:v>3.7999999999999972</c:v>
                </c:pt>
                <c:pt idx="208">
                  <c:v>5.3000000000000043</c:v>
                </c:pt>
                <c:pt idx="209">
                  <c:v>4.6000000000000014</c:v>
                </c:pt>
                <c:pt idx="210">
                  <c:v>4.5</c:v>
                </c:pt>
                <c:pt idx="211">
                  <c:v>5.2000000000000028</c:v>
                </c:pt>
                <c:pt idx="212">
                  <c:v>5</c:v>
                </c:pt>
                <c:pt idx="213">
                  <c:v>5.2999999999999972</c:v>
                </c:pt>
                <c:pt idx="214">
                  <c:v>5.2999999999999972</c:v>
                </c:pt>
                <c:pt idx="215">
                  <c:v>5.6999999999999957</c:v>
                </c:pt>
                <c:pt idx="216">
                  <c:v>5.0999999999999943</c:v>
                </c:pt>
                <c:pt idx="217">
                  <c:v>5.2000000000000028</c:v>
                </c:pt>
                <c:pt idx="218">
                  <c:v>5.1000000000000014</c:v>
                </c:pt>
                <c:pt idx="219">
                  <c:v>5</c:v>
                </c:pt>
                <c:pt idx="220">
                  <c:v>4.5999999999999943</c:v>
                </c:pt>
                <c:pt idx="221">
                  <c:v>5</c:v>
                </c:pt>
                <c:pt idx="222">
                  <c:v>5.3999999999999986</c:v>
                </c:pt>
                <c:pt idx="223">
                  <c:v>4.8999999999999986</c:v>
                </c:pt>
                <c:pt idx="224">
                  <c:v>5.5</c:v>
                </c:pt>
                <c:pt idx="225">
                  <c:v>4.3999999999999986</c:v>
                </c:pt>
                <c:pt idx="226">
                  <c:v>5</c:v>
                </c:pt>
                <c:pt idx="227">
                  <c:v>4.8999999999999986</c:v>
                </c:pt>
                <c:pt idx="228">
                  <c:v>5</c:v>
                </c:pt>
                <c:pt idx="229">
                  <c:v>4.6000000000000014</c:v>
                </c:pt>
                <c:pt idx="230">
                  <c:v>5.0999999999999979</c:v>
                </c:pt>
                <c:pt idx="231">
                  <c:v>4.8999999999999986</c:v>
                </c:pt>
                <c:pt idx="232">
                  <c:v>2.8999999999999986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D17-4EBD-9873-747710F6F563}"/>
            </c:ext>
          </c:extLst>
        </c:ser>
        <c:ser>
          <c:idx val="1"/>
          <c:order val="1"/>
          <c:tx>
            <c:strRef>
              <c:f>Race_Tcockpit_Comparison!$C$1</c:f>
              <c:strCache>
                <c:ptCount val="1"/>
                <c:pt idx="0">
                  <c:v>Delta_AMB_709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92D050"/>
                </a:solidFill>
              </a:ln>
              <a:effectLst/>
            </c:spPr>
          </c:marker>
          <c:xVal>
            <c:numRef>
              <c:f>Race_Tcockpit_Comparison!$A$2:$A$359</c:f>
              <c:numCache>
                <c:formatCode>[$-F400]h:mm:ss\ AM/PM</c:formatCode>
                <c:ptCount val="358"/>
                <c:pt idx="0">
                  <c:v>0.45833333333333331</c:v>
                </c:pt>
                <c:pt idx="1">
                  <c:v>0.9590277777777777</c:v>
                </c:pt>
                <c:pt idx="2">
                  <c:v>1.4597222222222199</c:v>
                </c:pt>
                <c:pt idx="3">
                  <c:v>1.96041666666666</c:v>
                </c:pt>
                <c:pt idx="4">
                  <c:v>2.4611111111111099</c:v>
                </c:pt>
                <c:pt idx="5">
                  <c:v>2.96180555555555</c:v>
                </c:pt>
                <c:pt idx="6">
                  <c:v>3.4624999999999999</c:v>
                </c:pt>
                <c:pt idx="7">
                  <c:v>3.96319444444444</c:v>
                </c:pt>
                <c:pt idx="8">
                  <c:v>4.4638888888888797</c:v>
                </c:pt>
                <c:pt idx="9">
                  <c:v>4.96458333333333</c:v>
                </c:pt>
                <c:pt idx="10">
                  <c:v>5.4652777777777697</c:v>
                </c:pt>
                <c:pt idx="11">
                  <c:v>5.96597222222222</c:v>
                </c:pt>
                <c:pt idx="12">
                  <c:v>6.4666666666666597</c:v>
                </c:pt>
                <c:pt idx="13">
                  <c:v>6.96736111111111</c:v>
                </c:pt>
                <c:pt idx="14">
                  <c:v>7.4680555555555497</c:v>
                </c:pt>
                <c:pt idx="15">
                  <c:v>7.96875</c:v>
                </c:pt>
                <c:pt idx="16">
                  <c:v>8.4694444444444397</c:v>
                </c:pt>
                <c:pt idx="17">
                  <c:v>8.9701388888888793</c:v>
                </c:pt>
                <c:pt idx="18">
                  <c:v>9.4708333333333297</c:v>
                </c:pt>
                <c:pt idx="19">
                  <c:v>9.9715277777777693</c:v>
                </c:pt>
                <c:pt idx="20">
                  <c:v>10.4722222222222</c:v>
                </c:pt>
                <c:pt idx="21">
                  <c:v>10.972916666666601</c:v>
                </c:pt>
                <c:pt idx="22">
                  <c:v>11.473611111111101</c:v>
                </c:pt>
                <c:pt idx="23">
                  <c:v>11.9743055555555</c:v>
                </c:pt>
                <c:pt idx="24">
                  <c:v>12.475</c:v>
                </c:pt>
                <c:pt idx="25">
                  <c:v>12.9756944444444</c:v>
                </c:pt>
                <c:pt idx="26">
                  <c:v>13.4763888888889</c:v>
                </c:pt>
                <c:pt idx="27">
                  <c:v>13.977083333333301</c:v>
                </c:pt>
                <c:pt idx="28">
                  <c:v>14.4777777777777</c:v>
                </c:pt>
                <c:pt idx="29">
                  <c:v>14.9784722222222</c:v>
                </c:pt>
                <c:pt idx="30">
                  <c:v>15.4791666666666</c:v>
                </c:pt>
                <c:pt idx="31">
                  <c:v>15.9798611111111</c:v>
                </c:pt>
                <c:pt idx="32">
                  <c:v>16.480555555555501</c:v>
                </c:pt>
                <c:pt idx="33">
                  <c:v>16.981249999999999</c:v>
                </c:pt>
                <c:pt idx="34">
                  <c:v>17.481944444444402</c:v>
                </c:pt>
                <c:pt idx="35">
                  <c:v>17.9826388888889</c:v>
                </c:pt>
                <c:pt idx="36">
                  <c:v>18.483333333333299</c:v>
                </c:pt>
                <c:pt idx="37">
                  <c:v>18.984027777777701</c:v>
                </c:pt>
                <c:pt idx="38">
                  <c:v>19.484722222222199</c:v>
                </c:pt>
                <c:pt idx="39">
                  <c:v>19.985416666666602</c:v>
                </c:pt>
                <c:pt idx="40">
                  <c:v>20.4861111111111</c:v>
                </c:pt>
                <c:pt idx="41">
                  <c:v>20.986805555555499</c:v>
                </c:pt>
                <c:pt idx="42">
                  <c:v>21.487500000000001</c:v>
                </c:pt>
                <c:pt idx="43">
                  <c:v>21.9881944444444</c:v>
                </c:pt>
                <c:pt idx="44">
                  <c:v>22.488888888888901</c:v>
                </c:pt>
                <c:pt idx="45">
                  <c:v>22.9895833333333</c:v>
                </c:pt>
                <c:pt idx="46">
                  <c:v>23.490277777777699</c:v>
                </c:pt>
                <c:pt idx="47">
                  <c:v>23.990972222222201</c:v>
                </c:pt>
                <c:pt idx="48">
                  <c:v>24.4916666666666</c:v>
                </c:pt>
                <c:pt idx="49">
                  <c:v>24.992361111111101</c:v>
                </c:pt>
                <c:pt idx="50">
                  <c:v>25.4930555555555</c:v>
                </c:pt>
                <c:pt idx="51">
                  <c:v>25.993749999999999</c:v>
                </c:pt>
                <c:pt idx="52">
                  <c:v>26.494444444444401</c:v>
                </c:pt>
                <c:pt idx="53">
                  <c:v>26.9951388888888</c:v>
                </c:pt>
                <c:pt idx="54">
                  <c:v>27.495833333333302</c:v>
                </c:pt>
                <c:pt idx="55">
                  <c:v>27.9965277777777</c:v>
                </c:pt>
                <c:pt idx="56">
                  <c:v>28.497222222222199</c:v>
                </c:pt>
                <c:pt idx="57">
                  <c:v>28.997916666666601</c:v>
                </c:pt>
                <c:pt idx="58">
                  <c:v>29.498611111111099</c:v>
                </c:pt>
                <c:pt idx="59">
                  <c:v>29.999305555555502</c:v>
                </c:pt>
                <c:pt idx="60">
                  <c:v>30.5</c:v>
                </c:pt>
                <c:pt idx="61">
                  <c:v>31.000694444444399</c:v>
                </c:pt>
                <c:pt idx="62">
                  <c:v>31.501388888888801</c:v>
                </c:pt>
                <c:pt idx="63">
                  <c:v>32.002083333333303</c:v>
                </c:pt>
                <c:pt idx="64">
                  <c:v>32.502777777777702</c:v>
                </c:pt>
                <c:pt idx="65">
                  <c:v>33.0034722222222</c:v>
                </c:pt>
                <c:pt idx="66">
                  <c:v>33.504166666666599</c:v>
                </c:pt>
                <c:pt idx="67">
                  <c:v>34.004861111111097</c:v>
                </c:pt>
                <c:pt idx="68">
                  <c:v>34.505555555555503</c:v>
                </c:pt>
                <c:pt idx="69">
                  <c:v>35.006250000000001</c:v>
                </c:pt>
                <c:pt idx="70">
                  <c:v>35.5069444444444</c:v>
                </c:pt>
                <c:pt idx="71">
                  <c:v>36.007638888888799</c:v>
                </c:pt>
                <c:pt idx="72">
                  <c:v>36.508333333333297</c:v>
                </c:pt>
                <c:pt idx="73">
                  <c:v>37.009027777777703</c:v>
                </c:pt>
                <c:pt idx="74">
                  <c:v>37.509722222222202</c:v>
                </c:pt>
                <c:pt idx="75">
                  <c:v>38.0104166666666</c:v>
                </c:pt>
                <c:pt idx="76">
                  <c:v>38.511111111111099</c:v>
                </c:pt>
                <c:pt idx="77">
                  <c:v>39.011805555555497</c:v>
                </c:pt>
                <c:pt idx="78">
                  <c:v>39.512500000000003</c:v>
                </c:pt>
                <c:pt idx="79">
                  <c:v>40.013194444444402</c:v>
                </c:pt>
                <c:pt idx="80">
                  <c:v>40.5138888888888</c:v>
                </c:pt>
                <c:pt idx="81">
                  <c:v>41.014583333333299</c:v>
                </c:pt>
                <c:pt idx="82">
                  <c:v>41.515277777777698</c:v>
                </c:pt>
                <c:pt idx="83">
                  <c:v>42.015972222222203</c:v>
                </c:pt>
                <c:pt idx="84">
                  <c:v>42.516666666666602</c:v>
                </c:pt>
                <c:pt idx="85">
                  <c:v>43.0173611111111</c:v>
                </c:pt>
                <c:pt idx="86">
                  <c:v>43.518055555555499</c:v>
                </c:pt>
                <c:pt idx="87">
                  <c:v>44.018749999999997</c:v>
                </c:pt>
                <c:pt idx="88">
                  <c:v>44.519444444444403</c:v>
                </c:pt>
                <c:pt idx="89">
                  <c:v>45.020138888888802</c:v>
                </c:pt>
                <c:pt idx="90">
                  <c:v>45.5208333333333</c:v>
                </c:pt>
                <c:pt idx="91">
                  <c:v>46.021527777777699</c:v>
                </c:pt>
                <c:pt idx="92">
                  <c:v>46.522222222222197</c:v>
                </c:pt>
                <c:pt idx="93">
                  <c:v>47.022916666666603</c:v>
                </c:pt>
                <c:pt idx="94">
                  <c:v>47.523611111111101</c:v>
                </c:pt>
                <c:pt idx="95">
                  <c:v>48.0243055555555</c:v>
                </c:pt>
                <c:pt idx="96">
                  <c:v>48.524999999999999</c:v>
                </c:pt>
                <c:pt idx="97">
                  <c:v>49.025694444444397</c:v>
                </c:pt>
                <c:pt idx="98">
                  <c:v>49.526388888888803</c:v>
                </c:pt>
                <c:pt idx="99">
                  <c:v>50.027083333333302</c:v>
                </c:pt>
                <c:pt idx="100">
                  <c:v>50.5277777777777</c:v>
                </c:pt>
                <c:pt idx="101">
                  <c:v>51.028472222222199</c:v>
                </c:pt>
                <c:pt idx="102">
                  <c:v>51.529166666666598</c:v>
                </c:pt>
                <c:pt idx="103">
                  <c:v>52.029861111111103</c:v>
                </c:pt>
                <c:pt idx="104">
                  <c:v>52.530555555555502</c:v>
                </c:pt>
                <c:pt idx="105">
                  <c:v>53.03125</c:v>
                </c:pt>
                <c:pt idx="106">
                  <c:v>53.531944444444399</c:v>
                </c:pt>
                <c:pt idx="107">
                  <c:v>54.032638888888798</c:v>
                </c:pt>
                <c:pt idx="108">
                  <c:v>54.533333333333303</c:v>
                </c:pt>
                <c:pt idx="109">
                  <c:v>55.034027777777702</c:v>
                </c:pt>
                <c:pt idx="110">
                  <c:v>55.5347222222222</c:v>
                </c:pt>
                <c:pt idx="111">
                  <c:v>56.035416666666599</c:v>
                </c:pt>
                <c:pt idx="112">
                  <c:v>56.536111111111097</c:v>
                </c:pt>
                <c:pt idx="113">
                  <c:v>57.036805555555503</c:v>
                </c:pt>
                <c:pt idx="114">
                  <c:v>57.537500000000001</c:v>
                </c:pt>
                <c:pt idx="115">
                  <c:v>58.0381944444444</c:v>
                </c:pt>
                <c:pt idx="116">
                  <c:v>58.538888888888799</c:v>
                </c:pt>
                <c:pt idx="117">
                  <c:v>59.039583333333297</c:v>
                </c:pt>
                <c:pt idx="118">
                  <c:v>59.540277777777703</c:v>
                </c:pt>
                <c:pt idx="119">
                  <c:v>60.040972222222202</c:v>
                </c:pt>
                <c:pt idx="120">
                  <c:v>60.5416666666666</c:v>
                </c:pt>
                <c:pt idx="121">
                  <c:v>61.042361111111099</c:v>
                </c:pt>
                <c:pt idx="122">
                  <c:v>61.543055555555497</c:v>
                </c:pt>
                <c:pt idx="123">
                  <c:v>62.043750000000003</c:v>
                </c:pt>
                <c:pt idx="124">
                  <c:v>62.544444444444402</c:v>
                </c:pt>
                <c:pt idx="125">
                  <c:v>63.0451388888888</c:v>
                </c:pt>
                <c:pt idx="126">
                  <c:v>63.545833333333299</c:v>
                </c:pt>
                <c:pt idx="127">
                  <c:v>64.046527777777698</c:v>
                </c:pt>
                <c:pt idx="128">
                  <c:v>64.547222222222203</c:v>
                </c:pt>
                <c:pt idx="129">
                  <c:v>65.047916666666595</c:v>
                </c:pt>
                <c:pt idx="130">
                  <c:v>65.5486111111111</c:v>
                </c:pt>
                <c:pt idx="131">
                  <c:v>66.049305555555506</c:v>
                </c:pt>
                <c:pt idx="132">
                  <c:v>66.55</c:v>
                </c:pt>
                <c:pt idx="133">
                  <c:v>67.050694444444403</c:v>
                </c:pt>
                <c:pt idx="134">
                  <c:v>67.551388888888795</c:v>
                </c:pt>
                <c:pt idx="135">
                  <c:v>68.0520833333333</c:v>
                </c:pt>
                <c:pt idx="136">
                  <c:v>68.552777777777706</c:v>
                </c:pt>
                <c:pt idx="137">
                  <c:v>69.053472222222197</c:v>
                </c:pt>
                <c:pt idx="138">
                  <c:v>69.554166666666603</c:v>
                </c:pt>
                <c:pt idx="139">
                  <c:v>70.054861111111094</c:v>
                </c:pt>
                <c:pt idx="140">
                  <c:v>70.5555555555555</c:v>
                </c:pt>
                <c:pt idx="141">
                  <c:v>71.056249999999906</c:v>
                </c:pt>
                <c:pt idx="142">
                  <c:v>71.556944444444397</c:v>
                </c:pt>
                <c:pt idx="143">
                  <c:v>72.057638888888803</c:v>
                </c:pt>
                <c:pt idx="144">
                  <c:v>72.558333333333294</c:v>
                </c:pt>
                <c:pt idx="145">
                  <c:v>73.0590277777777</c:v>
                </c:pt>
                <c:pt idx="146">
                  <c:v>73.559722222222206</c:v>
                </c:pt>
                <c:pt idx="147">
                  <c:v>74.060416666666598</c:v>
                </c:pt>
                <c:pt idx="148">
                  <c:v>74.561111111111103</c:v>
                </c:pt>
                <c:pt idx="149">
                  <c:v>75.061805555555495</c:v>
                </c:pt>
                <c:pt idx="150">
                  <c:v>75.562499999999901</c:v>
                </c:pt>
                <c:pt idx="151">
                  <c:v>76.063194444444406</c:v>
                </c:pt>
                <c:pt idx="152">
                  <c:v>76.563888888888798</c:v>
                </c:pt>
                <c:pt idx="153">
                  <c:v>77.064583333333303</c:v>
                </c:pt>
                <c:pt idx="154">
                  <c:v>77.565277777777695</c:v>
                </c:pt>
                <c:pt idx="155">
                  <c:v>78.0659722222222</c:v>
                </c:pt>
                <c:pt idx="156">
                  <c:v>78.566666666666606</c:v>
                </c:pt>
                <c:pt idx="157">
                  <c:v>79.067361111111097</c:v>
                </c:pt>
                <c:pt idx="158">
                  <c:v>79.568055555555503</c:v>
                </c:pt>
                <c:pt idx="159">
                  <c:v>80.068749999999994</c:v>
                </c:pt>
                <c:pt idx="160">
                  <c:v>80.5694444444444</c:v>
                </c:pt>
                <c:pt idx="161">
                  <c:v>81.070138888888806</c:v>
                </c:pt>
                <c:pt idx="162">
                  <c:v>81.570833333333297</c:v>
                </c:pt>
                <c:pt idx="163">
                  <c:v>82.071527777777703</c:v>
                </c:pt>
                <c:pt idx="164">
                  <c:v>82.572222222222194</c:v>
                </c:pt>
                <c:pt idx="165">
                  <c:v>83.0729166666666</c:v>
                </c:pt>
                <c:pt idx="166">
                  <c:v>83.573611111111106</c:v>
                </c:pt>
                <c:pt idx="167">
                  <c:v>84.074305555555497</c:v>
                </c:pt>
                <c:pt idx="168">
                  <c:v>84.574999999999903</c:v>
                </c:pt>
                <c:pt idx="169">
                  <c:v>85.075694444444395</c:v>
                </c:pt>
                <c:pt idx="170">
                  <c:v>85.5763888888888</c:v>
                </c:pt>
                <c:pt idx="171">
                  <c:v>86.077083333333306</c:v>
                </c:pt>
                <c:pt idx="172">
                  <c:v>86.577777777777698</c:v>
                </c:pt>
                <c:pt idx="173">
                  <c:v>87.078472222222203</c:v>
                </c:pt>
                <c:pt idx="174">
                  <c:v>87.579166666666595</c:v>
                </c:pt>
                <c:pt idx="175">
                  <c:v>88.0798611111111</c:v>
                </c:pt>
                <c:pt idx="176">
                  <c:v>88.580555555555506</c:v>
                </c:pt>
                <c:pt idx="177">
                  <c:v>89.081249999999898</c:v>
                </c:pt>
                <c:pt idx="178">
                  <c:v>89.581944444444403</c:v>
                </c:pt>
                <c:pt idx="179">
                  <c:v>90.082638888888795</c:v>
                </c:pt>
                <c:pt idx="180">
                  <c:v>90.5833333333333</c:v>
                </c:pt>
                <c:pt idx="181">
                  <c:v>91.084027777777706</c:v>
                </c:pt>
                <c:pt idx="182">
                  <c:v>91.584722222222197</c:v>
                </c:pt>
                <c:pt idx="183">
                  <c:v>92.085416666666603</c:v>
                </c:pt>
                <c:pt idx="184">
                  <c:v>92.586111111111094</c:v>
                </c:pt>
                <c:pt idx="185">
                  <c:v>93.0868055555555</c:v>
                </c:pt>
                <c:pt idx="186">
                  <c:v>93.587499999999906</c:v>
                </c:pt>
                <c:pt idx="187">
                  <c:v>94.088194444444397</c:v>
                </c:pt>
                <c:pt idx="188">
                  <c:v>94.588888888888803</c:v>
                </c:pt>
                <c:pt idx="189">
                  <c:v>95.089583333333294</c:v>
                </c:pt>
                <c:pt idx="190">
                  <c:v>95.5902777777777</c:v>
                </c:pt>
                <c:pt idx="191">
                  <c:v>96.090972222222206</c:v>
                </c:pt>
                <c:pt idx="192">
                  <c:v>96.591666666666598</c:v>
                </c:pt>
                <c:pt idx="193">
                  <c:v>97.092361111111103</c:v>
                </c:pt>
                <c:pt idx="194">
                  <c:v>97.593055555555495</c:v>
                </c:pt>
                <c:pt idx="195">
                  <c:v>98.093749999999901</c:v>
                </c:pt>
                <c:pt idx="196">
                  <c:v>98.594444444444406</c:v>
                </c:pt>
                <c:pt idx="197">
                  <c:v>99.095138888888798</c:v>
                </c:pt>
                <c:pt idx="198">
                  <c:v>99.595833333333303</c:v>
                </c:pt>
                <c:pt idx="199">
                  <c:v>100.09652777777799</c:v>
                </c:pt>
                <c:pt idx="200">
                  <c:v>100.597222222222</c:v>
                </c:pt>
                <c:pt idx="201">
                  <c:v>101.09791666666599</c:v>
                </c:pt>
                <c:pt idx="202">
                  <c:v>101.598611111111</c:v>
                </c:pt>
                <c:pt idx="203">
                  <c:v>102.09930555555501</c:v>
                </c:pt>
                <c:pt idx="204">
                  <c:v>102.6</c:v>
                </c:pt>
                <c:pt idx="205">
                  <c:v>103.100694444444</c:v>
                </c:pt>
                <c:pt idx="206">
                  <c:v>103.60138888888901</c:v>
                </c:pt>
                <c:pt idx="207">
                  <c:v>104.102083333333</c:v>
                </c:pt>
                <c:pt idx="208">
                  <c:v>104.60277777777701</c:v>
                </c:pt>
                <c:pt idx="209">
                  <c:v>105.103472222222</c:v>
                </c:pt>
                <c:pt idx="210">
                  <c:v>105.604166666666</c:v>
                </c:pt>
                <c:pt idx="211">
                  <c:v>106.10486111111101</c:v>
                </c:pt>
                <c:pt idx="212">
                  <c:v>106.605555555555</c:v>
                </c:pt>
                <c:pt idx="213">
                  <c:v>107.10625</c:v>
                </c:pt>
                <c:pt idx="214">
                  <c:v>107.606944444444</c:v>
                </c:pt>
                <c:pt idx="215">
                  <c:v>108.107638888889</c:v>
                </c:pt>
                <c:pt idx="216">
                  <c:v>108.60833333333299</c:v>
                </c:pt>
                <c:pt idx="217">
                  <c:v>109.109027777777</c:v>
                </c:pt>
                <c:pt idx="218">
                  <c:v>109.609722222222</c:v>
                </c:pt>
                <c:pt idx="219">
                  <c:v>110.110416666666</c:v>
                </c:pt>
                <c:pt idx="220">
                  <c:v>110.611111111111</c:v>
                </c:pt>
                <c:pt idx="221">
                  <c:v>111.11180555555499</c:v>
                </c:pt>
                <c:pt idx="222">
                  <c:v>111.6125</c:v>
                </c:pt>
                <c:pt idx="223">
                  <c:v>112.11319444444401</c:v>
                </c:pt>
                <c:pt idx="224">
                  <c:v>112.61388888888899</c:v>
                </c:pt>
                <c:pt idx="225">
                  <c:v>113.114583333333</c:v>
                </c:pt>
                <c:pt idx="226">
                  <c:v>113.615277777777</c:v>
                </c:pt>
                <c:pt idx="227">
                  <c:v>114.115972222222</c:v>
                </c:pt>
                <c:pt idx="228">
                  <c:v>114.61666666666601</c:v>
                </c:pt>
                <c:pt idx="229">
                  <c:v>115.11736111111099</c:v>
                </c:pt>
                <c:pt idx="230">
                  <c:v>115.618055555555</c:v>
                </c:pt>
                <c:pt idx="231">
                  <c:v>116.11875000000001</c:v>
                </c:pt>
                <c:pt idx="232">
                  <c:v>116.619444444444</c:v>
                </c:pt>
                <c:pt idx="233">
                  <c:v>117.120138888889</c:v>
                </c:pt>
                <c:pt idx="234">
                  <c:v>117.620833333333</c:v>
                </c:pt>
                <c:pt idx="235">
                  <c:v>118.121527777777</c:v>
                </c:pt>
                <c:pt idx="236">
                  <c:v>118.62222222222201</c:v>
                </c:pt>
                <c:pt idx="237">
                  <c:v>119.122916666666</c:v>
                </c:pt>
                <c:pt idx="238">
                  <c:v>119.623611111111</c:v>
                </c:pt>
                <c:pt idx="239">
                  <c:v>120.124305555555</c:v>
                </c:pt>
                <c:pt idx="240">
                  <c:v>120.625</c:v>
                </c:pt>
                <c:pt idx="241">
                  <c:v>121.12569444444399</c:v>
                </c:pt>
                <c:pt idx="242">
                  <c:v>121.626388888889</c:v>
                </c:pt>
                <c:pt idx="243">
                  <c:v>122.127083333333</c:v>
                </c:pt>
                <c:pt idx="244">
                  <c:v>122.627777777777</c:v>
                </c:pt>
                <c:pt idx="245">
                  <c:v>123.128472222222</c:v>
                </c:pt>
                <c:pt idx="246">
                  <c:v>123.62916666666599</c:v>
                </c:pt>
                <c:pt idx="247">
                  <c:v>124.129861111111</c:v>
                </c:pt>
                <c:pt idx="248">
                  <c:v>124.63055555555501</c:v>
                </c:pt>
                <c:pt idx="249">
                  <c:v>125.13124999999999</c:v>
                </c:pt>
                <c:pt idx="250">
                  <c:v>125.631944444444</c:v>
                </c:pt>
                <c:pt idx="251">
                  <c:v>126.13263888888901</c:v>
                </c:pt>
                <c:pt idx="252">
                  <c:v>126.633333333333</c:v>
                </c:pt>
                <c:pt idx="253">
                  <c:v>127.13402777777701</c:v>
                </c:pt>
                <c:pt idx="254">
                  <c:v>127.634722222222</c:v>
                </c:pt>
                <c:pt idx="255">
                  <c:v>128.135416666666</c:v>
                </c:pt>
                <c:pt idx="256">
                  <c:v>128.63611111111101</c:v>
                </c:pt>
                <c:pt idx="257">
                  <c:v>129.13680555555499</c:v>
                </c:pt>
                <c:pt idx="258">
                  <c:v>129.63749999999999</c:v>
                </c:pt>
                <c:pt idx="259">
                  <c:v>130.138194444444</c:v>
                </c:pt>
                <c:pt idx="260">
                  <c:v>130.638888888889</c:v>
                </c:pt>
                <c:pt idx="261">
                  <c:v>131.13958333333301</c:v>
                </c:pt>
                <c:pt idx="262">
                  <c:v>131.64027777777699</c:v>
                </c:pt>
                <c:pt idx="263">
                  <c:v>132.14097222222199</c:v>
                </c:pt>
                <c:pt idx="264">
                  <c:v>132.641666666666</c:v>
                </c:pt>
                <c:pt idx="265">
                  <c:v>133.142361111111</c:v>
                </c:pt>
                <c:pt idx="266">
                  <c:v>133.64305555555501</c:v>
                </c:pt>
                <c:pt idx="267">
                  <c:v>134.14375000000001</c:v>
                </c:pt>
                <c:pt idx="268">
                  <c:v>134.64444444444399</c:v>
                </c:pt>
                <c:pt idx="269">
                  <c:v>135.14513888888899</c:v>
                </c:pt>
                <c:pt idx="270">
                  <c:v>135.645833333333</c:v>
                </c:pt>
                <c:pt idx="271">
                  <c:v>136.14652777777701</c:v>
                </c:pt>
                <c:pt idx="272">
                  <c:v>136.64722222222201</c:v>
                </c:pt>
                <c:pt idx="273">
                  <c:v>137.14791666666599</c:v>
                </c:pt>
                <c:pt idx="274">
                  <c:v>137.64861111111099</c:v>
                </c:pt>
                <c:pt idx="275">
                  <c:v>138.149305555555</c:v>
                </c:pt>
                <c:pt idx="276">
                  <c:v>138.65</c:v>
                </c:pt>
                <c:pt idx="277">
                  <c:v>139.15069444444401</c:v>
                </c:pt>
                <c:pt idx="278">
                  <c:v>139.65138888888899</c:v>
                </c:pt>
                <c:pt idx="279">
                  <c:v>140.152083333333</c:v>
                </c:pt>
                <c:pt idx="280">
                  <c:v>140.652777777777</c:v>
                </c:pt>
                <c:pt idx="281">
                  <c:v>141.15347222222201</c:v>
                </c:pt>
                <c:pt idx="282">
                  <c:v>141.65416666666599</c:v>
                </c:pt>
                <c:pt idx="283">
                  <c:v>142.15486111111099</c:v>
                </c:pt>
                <c:pt idx="284">
                  <c:v>142.655555555555</c:v>
                </c:pt>
                <c:pt idx="285">
                  <c:v>143.15625</c:v>
                </c:pt>
                <c:pt idx="286">
                  <c:v>143.65694444444401</c:v>
                </c:pt>
                <c:pt idx="287">
                  <c:v>144.15763888888901</c:v>
                </c:pt>
                <c:pt idx="288">
                  <c:v>144.65833333333299</c:v>
                </c:pt>
                <c:pt idx="289">
                  <c:v>145.159027777777</c:v>
                </c:pt>
                <c:pt idx="290">
                  <c:v>145.659722222222</c:v>
                </c:pt>
                <c:pt idx="291">
                  <c:v>146.16041666666601</c:v>
                </c:pt>
                <c:pt idx="292">
                  <c:v>146.66111111111101</c:v>
                </c:pt>
                <c:pt idx="293">
                  <c:v>147.16180555555499</c:v>
                </c:pt>
                <c:pt idx="294">
                  <c:v>147.66249999999999</c:v>
                </c:pt>
                <c:pt idx="295">
                  <c:v>148.163194444444</c:v>
                </c:pt>
                <c:pt idx="296">
                  <c:v>148.66388888888901</c:v>
                </c:pt>
                <c:pt idx="297">
                  <c:v>149.16458333333301</c:v>
                </c:pt>
                <c:pt idx="298">
                  <c:v>149.66527777777699</c:v>
                </c:pt>
                <c:pt idx="299">
                  <c:v>150.165972222222</c:v>
                </c:pt>
                <c:pt idx="300">
                  <c:v>150.666666666666</c:v>
                </c:pt>
                <c:pt idx="301">
                  <c:v>151.16736111111101</c:v>
                </c:pt>
                <c:pt idx="302">
                  <c:v>151.66805555555499</c:v>
                </c:pt>
                <c:pt idx="303">
                  <c:v>152.16874999999999</c:v>
                </c:pt>
                <c:pt idx="304">
                  <c:v>152.669444444444</c:v>
                </c:pt>
                <c:pt idx="305">
                  <c:v>153.170138888889</c:v>
                </c:pt>
                <c:pt idx="306">
                  <c:v>153.67083333333301</c:v>
                </c:pt>
                <c:pt idx="307">
                  <c:v>154.17152777777699</c:v>
                </c:pt>
                <c:pt idx="308">
                  <c:v>154.67222222222199</c:v>
                </c:pt>
                <c:pt idx="309">
                  <c:v>155.172916666666</c:v>
                </c:pt>
                <c:pt idx="310">
                  <c:v>155.673611111111</c:v>
                </c:pt>
                <c:pt idx="311">
                  <c:v>156.17430555555501</c:v>
                </c:pt>
                <c:pt idx="312">
                  <c:v>156.67500000000001</c:v>
                </c:pt>
                <c:pt idx="313">
                  <c:v>157.17569444444399</c:v>
                </c:pt>
                <c:pt idx="314">
                  <c:v>157.67638888888899</c:v>
                </c:pt>
                <c:pt idx="315">
                  <c:v>158.177083333333</c:v>
                </c:pt>
                <c:pt idx="316">
                  <c:v>158.67777777777701</c:v>
                </c:pt>
                <c:pt idx="317">
                  <c:v>159.17847222222201</c:v>
                </c:pt>
                <c:pt idx="318">
                  <c:v>159.67916666666599</c:v>
                </c:pt>
                <c:pt idx="319">
                  <c:v>160.17986111111099</c:v>
                </c:pt>
                <c:pt idx="320">
                  <c:v>160.680555555555</c:v>
                </c:pt>
                <c:pt idx="321">
                  <c:v>161.18125000000001</c:v>
                </c:pt>
                <c:pt idx="322">
                  <c:v>161.68194444444401</c:v>
                </c:pt>
                <c:pt idx="323">
                  <c:v>162.18263888888899</c:v>
                </c:pt>
                <c:pt idx="324">
                  <c:v>162.683333333333</c:v>
                </c:pt>
                <c:pt idx="325">
                  <c:v>163.184027777777</c:v>
                </c:pt>
                <c:pt idx="326">
                  <c:v>163.68472222222201</c:v>
                </c:pt>
                <c:pt idx="327">
                  <c:v>164.18541666666599</c:v>
                </c:pt>
                <c:pt idx="328">
                  <c:v>164.68611111111099</c:v>
                </c:pt>
                <c:pt idx="329">
                  <c:v>165.186805555555</c:v>
                </c:pt>
                <c:pt idx="330">
                  <c:v>165.6875</c:v>
                </c:pt>
                <c:pt idx="331">
                  <c:v>166.18819444444401</c:v>
                </c:pt>
                <c:pt idx="332">
                  <c:v>166.68888888888901</c:v>
                </c:pt>
                <c:pt idx="333">
                  <c:v>167.18958333333299</c:v>
                </c:pt>
                <c:pt idx="334">
                  <c:v>167.690277777777</c:v>
                </c:pt>
                <c:pt idx="335">
                  <c:v>168.190972222222</c:v>
                </c:pt>
                <c:pt idx="336">
                  <c:v>168.69166666666601</c:v>
                </c:pt>
                <c:pt idx="337">
                  <c:v>169.19236111111101</c:v>
                </c:pt>
                <c:pt idx="338">
                  <c:v>169.69305555555499</c:v>
                </c:pt>
                <c:pt idx="339">
                  <c:v>170.19374999999999</c:v>
                </c:pt>
                <c:pt idx="340">
                  <c:v>170.694444444444</c:v>
                </c:pt>
                <c:pt idx="341">
                  <c:v>171.19513888888901</c:v>
                </c:pt>
                <c:pt idx="342">
                  <c:v>171.69583333333301</c:v>
                </c:pt>
                <c:pt idx="343">
                  <c:v>172.19652777777699</c:v>
                </c:pt>
                <c:pt idx="344">
                  <c:v>172.697222222222</c:v>
                </c:pt>
                <c:pt idx="345">
                  <c:v>173.197916666666</c:v>
                </c:pt>
                <c:pt idx="346">
                  <c:v>173.69861111111101</c:v>
                </c:pt>
                <c:pt idx="347">
                  <c:v>174.19930555555499</c:v>
                </c:pt>
                <c:pt idx="348">
                  <c:v>174.7</c:v>
                </c:pt>
                <c:pt idx="349">
                  <c:v>175.200694444444</c:v>
                </c:pt>
                <c:pt idx="350">
                  <c:v>175.701388888889</c:v>
                </c:pt>
                <c:pt idx="351">
                  <c:v>176.20208333333301</c:v>
                </c:pt>
                <c:pt idx="352">
                  <c:v>176.70277777777699</c:v>
                </c:pt>
                <c:pt idx="353">
                  <c:v>177.20347222222199</c:v>
                </c:pt>
                <c:pt idx="354">
                  <c:v>177.704166666666</c:v>
                </c:pt>
                <c:pt idx="355">
                  <c:v>178.204861111111</c:v>
                </c:pt>
                <c:pt idx="356">
                  <c:v>178.70555555555501</c:v>
                </c:pt>
                <c:pt idx="357">
                  <c:v>179.20625000000001</c:v>
                </c:pt>
              </c:numCache>
            </c:numRef>
          </c:xVal>
          <c:yVal>
            <c:numRef>
              <c:f>Race_Tcockpit_Comparison!$C$2:$C$359</c:f>
              <c:numCache>
                <c:formatCode>General</c:formatCode>
                <c:ptCount val="358"/>
                <c:pt idx="0">
                  <c:v>1.1000000000000014</c:v>
                </c:pt>
                <c:pt idx="1">
                  <c:v>1.3999999999999986</c:v>
                </c:pt>
                <c:pt idx="2">
                  <c:v>1.5</c:v>
                </c:pt>
                <c:pt idx="3">
                  <c:v>1.3999999999999986</c:v>
                </c:pt>
                <c:pt idx="4">
                  <c:v>1.6000000000000014</c:v>
                </c:pt>
                <c:pt idx="5">
                  <c:v>1.4000000000000021</c:v>
                </c:pt>
                <c:pt idx="6">
                  <c:v>1.3999999999999986</c:v>
                </c:pt>
                <c:pt idx="7">
                  <c:v>1.5</c:v>
                </c:pt>
                <c:pt idx="8">
                  <c:v>1.4000000000000021</c:v>
                </c:pt>
                <c:pt idx="9">
                  <c:v>1.3999999999999986</c:v>
                </c:pt>
                <c:pt idx="10">
                  <c:v>1.2999999999999972</c:v>
                </c:pt>
                <c:pt idx="11">
                  <c:v>1.1999999999999993</c:v>
                </c:pt>
                <c:pt idx="12">
                  <c:v>1.1999999999999993</c:v>
                </c:pt>
                <c:pt idx="13">
                  <c:v>1.0999999999999979</c:v>
                </c:pt>
                <c:pt idx="14">
                  <c:v>1.1000000000000014</c:v>
                </c:pt>
                <c:pt idx="15">
                  <c:v>1</c:v>
                </c:pt>
                <c:pt idx="16">
                  <c:v>0.89999999999999858</c:v>
                </c:pt>
                <c:pt idx="17">
                  <c:v>0.89999999999999858</c:v>
                </c:pt>
                <c:pt idx="18">
                  <c:v>0.80000000000000071</c:v>
                </c:pt>
                <c:pt idx="19">
                  <c:v>0.69999999999999929</c:v>
                </c:pt>
                <c:pt idx="20">
                  <c:v>0.70000000000000284</c:v>
                </c:pt>
                <c:pt idx="21">
                  <c:v>0.60000000000000142</c:v>
                </c:pt>
                <c:pt idx="22">
                  <c:v>0.30000000000000071</c:v>
                </c:pt>
                <c:pt idx="23">
                  <c:v>-0.10000000000000142</c:v>
                </c:pt>
                <c:pt idx="24">
                  <c:v>-1.3000000000000007</c:v>
                </c:pt>
                <c:pt idx="25">
                  <c:v>-1.1999999999999993</c:v>
                </c:pt>
                <c:pt idx="26">
                  <c:v>1.6999999999999993</c:v>
                </c:pt>
                <c:pt idx="27">
                  <c:v>2.8999999999999986</c:v>
                </c:pt>
                <c:pt idx="28">
                  <c:v>3.4000000000000021</c:v>
                </c:pt>
                <c:pt idx="29">
                  <c:v>4.1999999999999957</c:v>
                </c:pt>
                <c:pt idx="30">
                  <c:v>2.8999999999999986</c:v>
                </c:pt>
                <c:pt idx="31">
                  <c:v>4.6000000000000014</c:v>
                </c:pt>
                <c:pt idx="32">
                  <c:v>4.8000000000000007</c:v>
                </c:pt>
                <c:pt idx="33">
                  <c:v>4.1999999999999957</c:v>
                </c:pt>
                <c:pt idx="34">
                  <c:v>4.6000000000000014</c:v>
                </c:pt>
                <c:pt idx="35">
                  <c:v>5.6000000000000014</c:v>
                </c:pt>
                <c:pt idx="36">
                  <c:v>4.6000000000000014</c:v>
                </c:pt>
                <c:pt idx="37">
                  <c:v>3.7999999999999972</c:v>
                </c:pt>
                <c:pt idx="38">
                  <c:v>2.8999999999999986</c:v>
                </c:pt>
                <c:pt idx="39">
                  <c:v>2.5000000000000036</c:v>
                </c:pt>
                <c:pt idx="40">
                  <c:v>2.0999999999999979</c:v>
                </c:pt>
                <c:pt idx="41">
                  <c:v>1.6000000000000014</c:v>
                </c:pt>
                <c:pt idx="42">
                  <c:v>1.1000000000000014</c:v>
                </c:pt>
                <c:pt idx="43">
                  <c:v>0.69999999999999574</c:v>
                </c:pt>
                <c:pt idx="44">
                  <c:v>0.30000000000000426</c:v>
                </c:pt>
                <c:pt idx="45">
                  <c:v>-0.10000000000000142</c:v>
                </c:pt>
                <c:pt idx="46">
                  <c:v>-0.5</c:v>
                </c:pt>
                <c:pt idx="47">
                  <c:v>-1</c:v>
                </c:pt>
                <c:pt idx="48">
                  <c:v>-1.5</c:v>
                </c:pt>
                <c:pt idx="49">
                  <c:v>-1.8999999999999986</c:v>
                </c:pt>
                <c:pt idx="50">
                  <c:v>-2.2999999999999972</c:v>
                </c:pt>
                <c:pt idx="51">
                  <c:v>-1</c:v>
                </c:pt>
                <c:pt idx="52">
                  <c:v>4.1000000000000014</c:v>
                </c:pt>
                <c:pt idx="53">
                  <c:v>3.9000000000000021</c:v>
                </c:pt>
                <c:pt idx="54">
                  <c:v>3.4000000000000021</c:v>
                </c:pt>
                <c:pt idx="55">
                  <c:v>2.7000000000000028</c:v>
                </c:pt>
                <c:pt idx="56">
                  <c:v>3</c:v>
                </c:pt>
                <c:pt idx="57">
                  <c:v>4.6999999999999957</c:v>
                </c:pt>
                <c:pt idx="58">
                  <c:v>5.2000000000000028</c:v>
                </c:pt>
                <c:pt idx="59">
                  <c:v>5.1000000000000014</c:v>
                </c:pt>
                <c:pt idx="60">
                  <c:v>5.3000000000000043</c:v>
                </c:pt>
                <c:pt idx="61">
                  <c:v>5.4999999999999964</c:v>
                </c:pt>
                <c:pt idx="62">
                  <c:v>5.5</c:v>
                </c:pt>
                <c:pt idx="63">
                  <c:v>5.8000000000000007</c:v>
                </c:pt>
                <c:pt idx="64">
                  <c:v>5.8000000000000007</c:v>
                </c:pt>
                <c:pt idx="65">
                  <c:v>5.9000000000000021</c:v>
                </c:pt>
                <c:pt idx="66">
                  <c:v>6</c:v>
                </c:pt>
                <c:pt idx="67">
                  <c:v>5.6000000000000014</c:v>
                </c:pt>
                <c:pt idx="68">
                  <c:v>5.8999999999999986</c:v>
                </c:pt>
                <c:pt idx="69">
                  <c:v>4.8999999999999986</c:v>
                </c:pt>
                <c:pt idx="70">
                  <c:v>5.5</c:v>
                </c:pt>
                <c:pt idx="71">
                  <c:v>5.0999999999999943</c:v>
                </c:pt>
                <c:pt idx="72">
                  <c:v>5.5</c:v>
                </c:pt>
                <c:pt idx="73">
                  <c:v>5.9999999999999964</c:v>
                </c:pt>
                <c:pt idx="74">
                  <c:v>5.5</c:v>
                </c:pt>
                <c:pt idx="75">
                  <c:v>6</c:v>
                </c:pt>
                <c:pt idx="76">
                  <c:v>6.2000000000000028</c:v>
                </c:pt>
                <c:pt idx="77">
                  <c:v>6.3000000000000007</c:v>
                </c:pt>
                <c:pt idx="78">
                  <c:v>6.4999999999999964</c:v>
                </c:pt>
                <c:pt idx="79">
                  <c:v>6.1999999999999957</c:v>
                </c:pt>
                <c:pt idx="80">
                  <c:v>6.1999999999999993</c:v>
                </c:pt>
                <c:pt idx="81">
                  <c:v>6.3999999999999986</c:v>
                </c:pt>
                <c:pt idx="82">
                  <c:v>6.0999999999999979</c:v>
                </c:pt>
                <c:pt idx="83">
                  <c:v>5.6999999999999993</c:v>
                </c:pt>
                <c:pt idx="84">
                  <c:v>6.1000000000000014</c:v>
                </c:pt>
                <c:pt idx="85">
                  <c:v>6.8000000000000007</c:v>
                </c:pt>
                <c:pt idx="86">
                  <c:v>7.2000000000000028</c:v>
                </c:pt>
                <c:pt idx="87">
                  <c:v>6.3999999999999986</c:v>
                </c:pt>
                <c:pt idx="88">
                  <c:v>6.2999999999999972</c:v>
                </c:pt>
                <c:pt idx="89">
                  <c:v>6.1000000000000014</c:v>
                </c:pt>
                <c:pt idx="90">
                  <c:v>5.8999999999999986</c:v>
                </c:pt>
                <c:pt idx="91">
                  <c:v>6.3999999999999986</c:v>
                </c:pt>
                <c:pt idx="92">
                  <c:v>5.6999999999999957</c:v>
                </c:pt>
                <c:pt idx="93">
                  <c:v>5.7999999999999972</c:v>
                </c:pt>
                <c:pt idx="94">
                  <c:v>5.4000000000000057</c:v>
                </c:pt>
                <c:pt idx="95">
                  <c:v>6.6999999999999993</c:v>
                </c:pt>
                <c:pt idx="96">
                  <c:v>6.5</c:v>
                </c:pt>
                <c:pt idx="97">
                  <c:v>7.2000000000000028</c:v>
                </c:pt>
                <c:pt idx="98">
                  <c:v>7</c:v>
                </c:pt>
                <c:pt idx="99">
                  <c:v>6.8999999999999986</c:v>
                </c:pt>
                <c:pt idx="100">
                  <c:v>7.3999999999999986</c:v>
                </c:pt>
                <c:pt idx="101">
                  <c:v>7.2000000000000028</c:v>
                </c:pt>
                <c:pt idx="102">
                  <c:v>7.1000000000000014</c:v>
                </c:pt>
                <c:pt idx="103">
                  <c:v>7.4000000000000021</c:v>
                </c:pt>
                <c:pt idx="104">
                  <c:v>7</c:v>
                </c:pt>
                <c:pt idx="105">
                  <c:v>7.1000000000000014</c:v>
                </c:pt>
                <c:pt idx="106">
                  <c:v>6.8999999999999986</c:v>
                </c:pt>
                <c:pt idx="107">
                  <c:v>6.3000000000000043</c:v>
                </c:pt>
                <c:pt idx="108">
                  <c:v>6.3999999999999986</c:v>
                </c:pt>
                <c:pt idx="109">
                  <c:v>7.6999999999999957</c:v>
                </c:pt>
                <c:pt idx="110">
                  <c:v>5.5</c:v>
                </c:pt>
                <c:pt idx="111">
                  <c:v>6.5</c:v>
                </c:pt>
                <c:pt idx="112">
                  <c:v>6.5</c:v>
                </c:pt>
                <c:pt idx="113">
                  <c:v>6.5999999999999943</c:v>
                </c:pt>
                <c:pt idx="114">
                  <c:v>7.5</c:v>
                </c:pt>
                <c:pt idx="115">
                  <c:v>7.2999999999999972</c:v>
                </c:pt>
                <c:pt idx="116">
                  <c:v>7.0999999999999943</c:v>
                </c:pt>
                <c:pt idx="117">
                  <c:v>7.1000000000000014</c:v>
                </c:pt>
                <c:pt idx="118">
                  <c:v>7</c:v>
                </c:pt>
                <c:pt idx="119">
                  <c:v>7.4000000000000057</c:v>
                </c:pt>
                <c:pt idx="120">
                  <c:v>6.3999999999999986</c:v>
                </c:pt>
                <c:pt idx="121">
                  <c:v>7.6000000000000014</c:v>
                </c:pt>
                <c:pt idx="122">
                  <c:v>6.5</c:v>
                </c:pt>
                <c:pt idx="123">
                  <c:v>7.3999999999999986</c:v>
                </c:pt>
                <c:pt idx="124">
                  <c:v>7.3999999999999986</c:v>
                </c:pt>
                <c:pt idx="125">
                  <c:v>6.6000000000000014</c:v>
                </c:pt>
                <c:pt idx="126">
                  <c:v>7</c:v>
                </c:pt>
                <c:pt idx="127">
                  <c:v>5.7999999999999972</c:v>
                </c:pt>
                <c:pt idx="128">
                  <c:v>6.3000000000000043</c:v>
                </c:pt>
                <c:pt idx="129">
                  <c:v>6</c:v>
                </c:pt>
                <c:pt idx="130">
                  <c:v>6.6000000000000014</c:v>
                </c:pt>
                <c:pt idx="131">
                  <c:v>6.7000000000000028</c:v>
                </c:pt>
                <c:pt idx="132">
                  <c:v>5.7000000000000028</c:v>
                </c:pt>
                <c:pt idx="133">
                  <c:v>6.6000000000000014</c:v>
                </c:pt>
                <c:pt idx="134">
                  <c:v>5.8999999999999986</c:v>
                </c:pt>
                <c:pt idx="135">
                  <c:v>5.5</c:v>
                </c:pt>
                <c:pt idx="136">
                  <c:v>5.3999999999999986</c:v>
                </c:pt>
                <c:pt idx="137">
                  <c:v>5.9000000000000057</c:v>
                </c:pt>
                <c:pt idx="138">
                  <c:v>5.7000000000000028</c:v>
                </c:pt>
                <c:pt idx="139">
                  <c:v>6</c:v>
                </c:pt>
                <c:pt idx="140">
                  <c:v>6.2000000000000028</c:v>
                </c:pt>
                <c:pt idx="141">
                  <c:v>7.3000000000000007</c:v>
                </c:pt>
                <c:pt idx="142">
                  <c:v>4.7999999999999972</c:v>
                </c:pt>
                <c:pt idx="143">
                  <c:v>6.1000000000000014</c:v>
                </c:pt>
                <c:pt idx="144">
                  <c:v>5.5</c:v>
                </c:pt>
                <c:pt idx="145">
                  <c:v>6.1000000000000014</c:v>
                </c:pt>
                <c:pt idx="146">
                  <c:v>5.5999999999999943</c:v>
                </c:pt>
                <c:pt idx="147">
                  <c:v>5.6000000000000014</c:v>
                </c:pt>
                <c:pt idx="148">
                  <c:v>4.8999999999999986</c:v>
                </c:pt>
                <c:pt idx="149">
                  <c:v>5.3999999999999986</c:v>
                </c:pt>
                <c:pt idx="150">
                  <c:v>5.7000000000000028</c:v>
                </c:pt>
                <c:pt idx="151">
                  <c:v>5.6000000000000014</c:v>
                </c:pt>
                <c:pt idx="152">
                  <c:v>5.6000000000000014</c:v>
                </c:pt>
                <c:pt idx="153">
                  <c:v>5.2999999999999972</c:v>
                </c:pt>
                <c:pt idx="154">
                  <c:v>5.2000000000000028</c:v>
                </c:pt>
                <c:pt idx="155">
                  <c:v>5.6000000000000014</c:v>
                </c:pt>
                <c:pt idx="156">
                  <c:v>5.1000000000000014</c:v>
                </c:pt>
                <c:pt idx="157">
                  <c:v>5.2000000000000028</c:v>
                </c:pt>
                <c:pt idx="158">
                  <c:v>5.3999999999999986</c:v>
                </c:pt>
                <c:pt idx="159">
                  <c:v>4.8999999999999986</c:v>
                </c:pt>
                <c:pt idx="160">
                  <c:v>5.7000000000000028</c:v>
                </c:pt>
                <c:pt idx="161">
                  <c:v>5.7000000000000028</c:v>
                </c:pt>
                <c:pt idx="162">
                  <c:v>5.2999999999999972</c:v>
                </c:pt>
                <c:pt idx="163">
                  <c:v>5</c:v>
                </c:pt>
                <c:pt idx="164">
                  <c:v>5.3000000000000043</c:v>
                </c:pt>
                <c:pt idx="165">
                  <c:v>5.2000000000000028</c:v>
                </c:pt>
                <c:pt idx="166">
                  <c:v>5.5</c:v>
                </c:pt>
                <c:pt idx="167">
                  <c:v>5</c:v>
                </c:pt>
                <c:pt idx="168">
                  <c:v>5.5</c:v>
                </c:pt>
                <c:pt idx="169">
                  <c:v>4.8999999999999986</c:v>
                </c:pt>
                <c:pt idx="170">
                  <c:v>5.1000000000000014</c:v>
                </c:pt>
                <c:pt idx="171">
                  <c:v>4.3000000000000043</c:v>
                </c:pt>
                <c:pt idx="172">
                  <c:v>4.1000000000000014</c:v>
                </c:pt>
                <c:pt idx="173">
                  <c:v>5.6000000000000014</c:v>
                </c:pt>
                <c:pt idx="174">
                  <c:v>4.6000000000000014</c:v>
                </c:pt>
                <c:pt idx="175">
                  <c:v>5</c:v>
                </c:pt>
                <c:pt idx="176">
                  <c:v>4.3999999999999986</c:v>
                </c:pt>
                <c:pt idx="177">
                  <c:v>5</c:v>
                </c:pt>
                <c:pt idx="178">
                  <c:v>4.6000000000000014</c:v>
                </c:pt>
                <c:pt idx="179">
                  <c:v>4.7999999999999972</c:v>
                </c:pt>
                <c:pt idx="180">
                  <c:v>4.7000000000000028</c:v>
                </c:pt>
                <c:pt idx="181">
                  <c:v>5</c:v>
                </c:pt>
                <c:pt idx="182">
                  <c:v>5.3999999999999986</c:v>
                </c:pt>
                <c:pt idx="183">
                  <c:v>4.3000000000000043</c:v>
                </c:pt>
                <c:pt idx="184">
                  <c:v>5</c:v>
                </c:pt>
                <c:pt idx="185">
                  <c:v>3.6000000000000014</c:v>
                </c:pt>
                <c:pt idx="186">
                  <c:v>4.1000000000000014</c:v>
                </c:pt>
                <c:pt idx="187">
                  <c:v>4.3999999999999986</c:v>
                </c:pt>
                <c:pt idx="188">
                  <c:v>4.4000000000000057</c:v>
                </c:pt>
                <c:pt idx="189">
                  <c:v>4.1000000000000014</c:v>
                </c:pt>
                <c:pt idx="190">
                  <c:v>3.7999999999999972</c:v>
                </c:pt>
                <c:pt idx="191">
                  <c:v>4.0999999999999943</c:v>
                </c:pt>
                <c:pt idx="192">
                  <c:v>3.2000000000000028</c:v>
                </c:pt>
                <c:pt idx="193">
                  <c:v>3.6999999999999957</c:v>
                </c:pt>
                <c:pt idx="194">
                  <c:v>3.5999999999999943</c:v>
                </c:pt>
                <c:pt idx="195">
                  <c:v>4.6000000000000014</c:v>
                </c:pt>
                <c:pt idx="196">
                  <c:v>4.2999999999999972</c:v>
                </c:pt>
                <c:pt idx="197">
                  <c:v>4.0999999999999943</c:v>
                </c:pt>
                <c:pt idx="198">
                  <c:v>4.3000000000000043</c:v>
                </c:pt>
                <c:pt idx="199">
                  <c:v>3.8999999999999986</c:v>
                </c:pt>
                <c:pt idx="200">
                  <c:v>4.1000000000000014</c:v>
                </c:pt>
                <c:pt idx="201">
                  <c:v>4.6000000000000014</c:v>
                </c:pt>
                <c:pt idx="202">
                  <c:v>2</c:v>
                </c:pt>
                <c:pt idx="203">
                  <c:v>5.1999999999999957</c:v>
                </c:pt>
                <c:pt idx="204">
                  <c:v>4.6000000000000014</c:v>
                </c:pt>
                <c:pt idx="205">
                  <c:v>4.5</c:v>
                </c:pt>
                <c:pt idx="206">
                  <c:v>4.4000000000000057</c:v>
                </c:pt>
                <c:pt idx="207">
                  <c:v>5.4000000000000057</c:v>
                </c:pt>
                <c:pt idx="208">
                  <c:v>4.6000000000000014</c:v>
                </c:pt>
                <c:pt idx="209">
                  <c:v>4.8000000000000043</c:v>
                </c:pt>
                <c:pt idx="210">
                  <c:v>5.1000000000000014</c:v>
                </c:pt>
                <c:pt idx="211">
                  <c:v>5</c:v>
                </c:pt>
                <c:pt idx="212">
                  <c:v>5.2000000000000028</c:v>
                </c:pt>
                <c:pt idx="213">
                  <c:v>5.3999999999999986</c:v>
                </c:pt>
                <c:pt idx="214">
                  <c:v>5</c:v>
                </c:pt>
                <c:pt idx="215">
                  <c:v>5.1999999999999957</c:v>
                </c:pt>
                <c:pt idx="216">
                  <c:v>5.2000000000000028</c:v>
                </c:pt>
                <c:pt idx="217">
                  <c:v>4.6999999999999957</c:v>
                </c:pt>
                <c:pt idx="218">
                  <c:v>4.7999999999999972</c:v>
                </c:pt>
                <c:pt idx="219">
                  <c:v>4.0999999999999943</c:v>
                </c:pt>
                <c:pt idx="220">
                  <c:v>4.8999999999999986</c:v>
                </c:pt>
                <c:pt idx="221">
                  <c:v>5</c:v>
                </c:pt>
                <c:pt idx="222">
                  <c:v>4.6000000000000014</c:v>
                </c:pt>
                <c:pt idx="223">
                  <c:v>5.2999999999999972</c:v>
                </c:pt>
                <c:pt idx="224">
                  <c:v>4.7999999999999972</c:v>
                </c:pt>
                <c:pt idx="225">
                  <c:v>4.7999999999999972</c:v>
                </c:pt>
                <c:pt idx="226">
                  <c:v>3.7999999999999972</c:v>
                </c:pt>
                <c:pt idx="227">
                  <c:v>3.6000000000000014</c:v>
                </c:pt>
                <c:pt idx="228">
                  <c:v>5.2000000000000028</c:v>
                </c:pt>
                <c:pt idx="229">
                  <c:v>4.0999999999999943</c:v>
                </c:pt>
                <c:pt idx="230">
                  <c:v>5.1000000000000014</c:v>
                </c:pt>
                <c:pt idx="231">
                  <c:v>5.2000000000000028</c:v>
                </c:pt>
                <c:pt idx="232">
                  <c:v>4.2999999999999972</c:v>
                </c:pt>
                <c:pt idx="233">
                  <c:v>4.5999999999999943</c:v>
                </c:pt>
                <c:pt idx="234">
                  <c:v>3.3999999999999986</c:v>
                </c:pt>
                <c:pt idx="235">
                  <c:v>4.0999999999999943</c:v>
                </c:pt>
                <c:pt idx="236">
                  <c:v>4.5</c:v>
                </c:pt>
                <c:pt idx="237">
                  <c:v>4.0999999999999943</c:v>
                </c:pt>
                <c:pt idx="238">
                  <c:v>4.5</c:v>
                </c:pt>
                <c:pt idx="239">
                  <c:v>4.2000000000000028</c:v>
                </c:pt>
                <c:pt idx="240">
                  <c:v>4.1000000000000014</c:v>
                </c:pt>
                <c:pt idx="241">
                  <c:v>4.8999999999999986</c:v>
                </c:pt>
                <c:pt idx="242">
                  <c:v>4.2000000000000028</c:v>
                </c:pt>
                <c:pt idx="243">
                  <c:v>4.5</c:v>
                </c:pt>
                <c:pt idx="244">
                  <c:v>4.6000000000000014</c:v>
                </c:pt>
                <c:pt idx="245">
                  <c:v>4.0999999999999943</c:v>
                </c:pt>
                <c:pt idx="246">
                  <c:v>4.9999999999999964</c:v>
                </c:pt>
                <c:pt idx="247">
                  <c:v>3.9000000000000057</c:v>
                </c:pt>
                <c:pt idx="248">
                  <c:v>4.2999999999999972</c:v>
                </c:pt>
                <c:pt idx="249">
                  <c:v>3.6999999999999957</c:v>
                </c:pt>
                <c:pt idx="250">
                  <c:v>3.9000000000000057</c:v>
                </c:pt>
                <c:pt idx="251">
                  <c:v>3.7999999999999972</c:v>
                </c:pt>
                <c:pt idx="252">
                  <c:v>4.7000000000000028</c:v>
                </c:pt>
                <c:pt idx="253">
                  <c:v>4.1999999999999957</c:v>
                </c:pt>
                <c:pt idx="254">
                  <c:v>5</c:v>
                </c:pt>
                <c:pt idx="255">
                  <c:v>4.2000000000000028</c:v>
                </c:pt>
                <c:pt idx="256">
                  <c:v>4.3999999999999986</c:v>
                </c:pt>
                <c:pt idx="257">
                  <c:v>4.0999999999999943</c:v>
                </c:pt>
                <c:pt idx="258">
                  <c:v>4.1000000000000014</c:v>
                </c:pt>
                <c:pt idx="259">
                  <c:v>4</c:v>
                </c:pt>
                <c:pt idx="260">
                  <c:v>4.6999999999999957</c:v>
                </c:pt>
                <c:pt idx="261">
                  <c:v>5.2000000000000028</c:v>
                </c:pt>
                <c:pt idx="262">
                  <c:v>4.5000000000000036</c:v>
                </c:pt>
                <c:pt idx="263">
                  <c:v>4.7999999999999972</c:v>
                </c:pt>
                <c:pt idx="264">
                  <c:v>4.8000000000000043</c:v>
                </c:pt>
                <c:pt idx="265">
                  <c:v>4.0999999999999979</c:v>
                </c:pt>
                <c:pt idx="266">
                  <c:v>4.8999999999999986</c:v>
                </c:pt>
                <c:pt idx="267">
                  <c:v>4.7000000000000028</c:v>
                </c:pt>
                <c:pt idx="268">
                  <c:v>4.0999999999999979</c:v>
                </c:pt>
                <c:pt idx="269">
                  <c:v>4.6999999999999993</c:v>
                </c:pt>
                <c:pt idx="270">
                  <c:v>3.6999999999999957</c:v>
                </c:pt>
                <c:pt idx="271">
                  <c:v>4.6999999999999993</c:v>
                </c:pt>
                <c:pt idx="272">
                  <c:v>4.3999999999999986</c:v>
                </c:pt>
                <c:pt idx="273">
                  <c:v>3.4000000000000057</c:v>
                </c:pt>
                <c:pt idx="274">
                  <c:v>4.7999999999999972</c:v>
                </c:pt>
                <c:pt idx="275">
                  <c:v>4.3000000000000007</c:v>
                </c:pt>
                <c:pt idx="276">
                  <c:v>4.1000000000000014</c:v>
                </c:pt>
                <c:pt idx="277">
                  <c:v>5.0000000000000036</c:v>
                </c:pt>
                <c:pt idx="278">
                  <c:v>4.2999999999999972</c:v>
                </c:pt>
                <c:pt idx="279">
                  <c:v>4.4000000000000021</c:v>
                </c:pt>
                <c:pt idx="280">
                  <c:v>4.6000000000000014</c:v>
                </c:pt>
                <c:pt idx="281">
                  <c:v>3.9000000000000021</c:v>
                </c:pt>
                <c:pt idx="282">
                  <c:v>4.2999999999999972</c:v>
                </c:pt>
                <c:pt idx="283">
                  <c:v>3.7999999999999972</c:v>
                </c:pt>
                <c:pt idx="284">
                  <c:v>5.0000000000000036</c:v>
                </c:pt>
                <c:pt idx="285">
                  <c:v>4.3000000000000043</c:v>
                </c:pt>
                <c:pt idx="286">
                  <c:v>4.2000000000000028</c:v>
                </c:pt>
                <c:pt idx="287">
                  <c:v>4.5000000000000036</c:v>
                </c:pt>
                <c:pt idx="288">
                  <c:v>4.4000000000000021</c:v>
                </c:pt>
                <c:pt idx="289">
                  <c:v>4.0999999999999979</c:v>
                </c:pt>
                <c:pt idx="290">
                  <c:v>4</c:v>
                </c:pt>
                <c:pt idx="291">
                  <c:v>3.8000000000000043</c:v>
                </c:pt>
                <c:pt idx="292">
                  <c:v>3.6000000000000014</c:v>
                </c:pt>
                <c:pt idx="293">
                  <c:v>4.0999999999999979</c:v>
                </c:pt>
                <c:pt idx="294">
                  <c:v>3.7000000000000028</c:v>
                </c:pt>
                <c:pt idx="295">
                  <c:v>3.9000000000000021</c:v>
                </c:pt>
                <c:pt idx="296">
                  <c:v>3.5</c:v>
                </c:pt>
                <c:pt idx="297">
                  <c:v>4.3999999999999986</c:v>
                </c:pt>
                <c:pt idx="298">
                  <c:v>4.0000000000000036</c:v>
                </c:pt>
                <c:pt idx="299">
                  <c:v>3.2000000000000028</c:v>
                </c:pt>
                <c:pt idx="300">
                  <c:v>3.7000000000000028</c:v>
                </c:pt>
                <c:pt idx="301">
                  <c:v>3.6999999999999957</c:v>
                </c:pt>
                <c:pt idx="302">
                  <c:v>3.6999999999999993</c:v>
                </c:pt>
                <c:pt idx="303">
                  <c:v>3.6000000000000014</c:v>
                </c:pt>
                <c:pt idx="304">
                  <c:v>3.7000000000000028</c:v>
                </c:pt>
                <c:pt idx="305">
                  <c:v>3.5999999999999943</c:v>
                </c:pt>
                <c:pt idx="306">
                  <c:v>3.6000000000000014</c:v>
                </c:pt>
                <c:pt idx="307">
                  <c:v>3.1999999999999957</c:v>
                </c:pt>
                <c:pt idx="308">
                  <c:v>3.6999999999999957</c:v>
                </c:pt>
                <c:pt idx="309">
                  <c:v>3.5</c:v>
                </c:pt>
                <c:pt idx="310">
                  <c:v>4.3999999999999986</c:v>
                </c:pt>
                <c:pt idx="311">
                  <c:v>4.3000000000000043</c:v>
                </c:pt>
                <c:pt idx="312">
                  <c:v>4.3999999999999986</c:v>
                </c:pt>
                <c:pt idx="313">
                  <c:v>4.0999999999999943</c:v>
                </c:pt>
                <c:pt idx="314">
                  <c:v>4.6000000000000014</c:v>
                </c:pt>
                <c:pt idx="315">
                  <c:v>4.8000000000000043</c:v>
                </c:pt>
                <c:pt idx="316">
                  <c:v>4.3000000000000043</c:v>
                </c:pt>
                <c:pt idx="317">
                  <c:v>4.3000000000000007</c:v>
                </c:pt>
                <c:pt idx="318">
                  <c:v>4.2999999999999972</c:v>
                </c:pt>
                <c:pt idx="319">
                  <c:v>4.1999999999999957</c:v>
                </c:pt>
                <c:pt idx="320">
                  <c:v>4.8000000000000007</c:v>
                </c:pt>
                <c:pt idx="321">
                  <c:v>3.5</c:v>
                </c:pt>
                <c:pt idx="322">
                  <c:v>4.5</c:v>
                </c:pt>
                <c:pt idx="323">
                  <c:v>4.5</c:v>
                </c:pt>
                <c:pt idx="324">
                  <c:v>3.8999999999999986</c:v>
                </c:pt>
                <c:pt idx="325">
                  <c:v>4.1000000000000014</c:v>
                </c:pt>
                <c:pt idx="326">
                  <c:v>4.1999999999999957</c:v>
                </c:pt>
                <c:pt idx="327">
                  <c:v>4.5</c:v>
                </c:pt>
                <c:pt idx="328">
                  <c:v>4.3000000000000007</c:v>
                </c:pt>
                <c:pt idx="329">
                  <c:v>4.1000000000000014</c:v>
                </c:pt>
                <c:pt idx="330">
                  <c:v>4.1000000000000014</c:v>
                </c:pt>
                <c:pt idx="331">
                  <c:v>4.1000000000000014</c:v>
                </c:pt>
                <c:pt idx="332">
                  <c:v>4.1000000000000014</c:v>
                </c:pt>
                <c:pt idx="333">
                  <c:v>3.9000000000000021</c:v>
                </c:pt>
                <c:pt idx="334">
                  <c:v>3.6000000000000014</c:v>
                </c:pt>
                <c:pt idx="335">
                  <c:v>4.0000000000000036</c:v>
                </c:pt>
                <c:pt idx="336">
                  <c:v>3.1999999999999957</c:v>
                </c:pt>
                <c:pt idx="337">
                  <c:v>3.4000000000000057</c:v>
                </c:pt>
                <c:pt idx="338">
                  <c:v>4</c:v>
                </c:pt>
                <c:pt idx="339">
                  <c:v>2.8999999999999986</c:v>
                </c:pt>
                <c:pt idx="340">
                  <c:v>3.7000000000000028</c:v>
                </c:pt>
                <c:pt idx="341">
                  <c:v>2.5</c:v>
                </c:pt>
                <c:pt idx="342">
                  <c:v>3.5</c:v>
                </c:pt>
                <c:pt idx="343">
                  <c:v>3.9999999999999964</c:v>
                </c:pt>
                <c:pt idx="344">
                  <c:v>3.0999999999999943</c:v>
                </c:pt>
                <c:pt idx="345">
                  <c:v>3.5999999999999943</c:v>
                </c:pt>
                <c:pt idx="346">
                  <c:v>3.3999999999999986</c:v>
                </c:pt>
                <c:pt idx="347">
                  <c:v>3.6000000000000014</c:v>
                </c:pt>
                <c:pt idx="348">
                  <c:v>4.2000000000000028</c:v>
                </c:pt>
                <c:pt idx="349">
                  <c:v>3.3999999999999986</c:v>
                </c:pt>
                <c:pt idx="350">
                  <c:v>3.6999999999999993</c:v>
                </c:pt>
                <c:pt idx="351">
                  <c:v>3.7000000000000028</c:v>
                </c:pt>
                <c:pt idx="352">
                  <c:v>3.5</c:v>
                </c:pt>
                <c:pt idx="353">
                  <c:v>3.0999999999999979</c:v>
                </c:pt>
                <c:pt idx="354">
                  <c:v>3.2000000000000028</c:v>
                </c:pt>
                <c:pt idx="355">
                  <c:v>3.9000000000000021</c:v>
                </c:pt>
                <c:pt idx="356">
                  <c:v>3.2999999999999972</c:v>
                </c:pt>
                <c:pt idx="357">
                  <c:v>3.4000000000000021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D17-4EBD-9873-747710F6F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05395407"/>
        <c:axId val="1105395823"/>
      </c:scatterChart>
      <c:valAx>
        <c:axId val="1105395407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-F400]h:mm:ss\ AM/PM" sourceLinked="1"/>
        <c:majorTickMark val="none"/>
        <c:minorTickMark val="none"/>
        <c:tickLblPos val="nextTo"/>
        <c:crossAx val="1105395823"/>
        <c:crosses val="autoZero"/>
        <c:crossBetween val="midCat"/>
      </c:valAx>
      <c:valAx>
        <c:axId val="11053958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05395407"/>
        <c:crosses val="autoZero"/>
        <c:crossBetween val="midCat"/>
        <c:majorUnit val="1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0.0387</cdr:x>
      <cdr:y>0.21964</cdr:y>
    </cdr:from>
    <cdr:to>
      <cdr:x>0.844</cdr:x>
      <cdr:y>0.22107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E4D871DE-E421-49DE-A097-4D19978AE195}"/>
            </a:ext>
          </a:extLst>
        </cdr:cNvPr>
        <cdr:cNvCxnSpPr/>
      </cdr:nvCxnSpPr>
      <cdr:spPr>
        <a:xfrm xmlns:a="http://schemas.openxmlformats.org/drawingml/2006/main">
          <a:off x="424887" y="1447522"/>
          <a:ext cx="8841096" cy="9413"/>
        </a:xfrm>
        <a:prstGeom xmlns:a="http://schemas.openxmlformats.org/drawingml/2006/main" prst="line">
          <a:avLst/>
        </a:prstGeom>
        <a:ln xmlns:a="http://schemas.openxmlformats.org/drawingml/2006/main" w="28575">
          <a:solidFill>
            <a:srgbClr val="FF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0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0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9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69757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14148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753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7059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67746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37222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478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490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5925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87920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78370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27648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23679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79207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279404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463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66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5261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03640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40835213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14799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75704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129272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19916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2325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16738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74904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3685544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4008440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896720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70063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99857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6188919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638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887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33183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2377965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D061-48BE-449E-A7EF-41687FEBB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7609F-4D84-4B3A-B0AA-B3028CC29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CB106-C7C2-4C7F-87E9-EBFDBBF0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00561-D31C-47F2-A9C6-79631C7C53EC}" type="datetimeFigureOut">
              <a:rPr lang="it-IT" smtClean="0"/>
              <a:t>22/07/2021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01ECA-127D-4C60-9485-A05C91E4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B83E9-F9F2-4CC8-B15A-D47B961B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0812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003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2968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2317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393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03831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749857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43341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39444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96702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8357216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75586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15365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655329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676749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16311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5141910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5955309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62005727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9499305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1811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8421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38037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768999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460919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232705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361527834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7915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064871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5994461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761559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435634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71078972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8085219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56434518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709337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91112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9075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5655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8525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693824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97110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3F151E5-BA0A-4257-A880-46DDAA00F06D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1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71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03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15B484-3E1F-4CEA-95E7-B811CE00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Damping 1</a:t>
            </a:r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E923E0-BC52-4F0F-8CFD-B9E88F55D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484" y="1072435"/>
            <a:ext cx="2786338" cy="2695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1EB06D-D5C5-4609-8479-4BD2424B3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3740" y="1075806"/>
            <a:ext cx="2877285" cy="2688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568DAC-0DCB-48F2-81B3-EF96C20AF0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483" y="3904584"/>
            <a:ext cx="2786339" cy="24616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9D3723-CF59-4518-BAD0-0ABFECD03F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36850" y="3907664"/>
            <a:ext cx="2877285" cy="24554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A72CA48-EBEE-40B3-A757-EF2FEB0EF8D6}"/>
              </a:ext>
            </a:extLst>
          </p:cNvPr>
          <p:cNvSpPr txBox="1"/>
          <p:nvPr/>
        </p:nvSpPr>
        <p:spPr>
          <a:xfrm>
            <a:off x="6008943" y="1128008"/>
            <a:ext cx="1531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RED: </a:t>
            </a:r>
            <a:r>
              <a:rPr lang="en-US" b="1" dirty="0"/>
              <a:t>708</a:t>
            </a:r>
          </a:p>
          <a:p>
            <a:pPr algn="ctr"/>
            <a:r>
              <a:rPr lang="en-US" b="1" dirty="0">
                <a:solidFill>
                  <a:srgbClr val="00B050"/>
                </a:solidFill>
              </a:rPr>
              <a:t>GREEN: </a:t>
            </a:r>
            <a:r>
              <a:rPr lang="en-US" b="1" dirty="0"/>
              <a:t>709</a:t>
            </a:r>
            <a:endParaRPr lang="it-IT" b="1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762AA-73DE-4094-BC64-F3DF72ABAFAD}"/>
              </a:ext>
            </a:extLst>
          </p:cNvPr>
          <p:cNvSpPr txBox="1"/>
          <p:nvPr/>
        </p:nvSpPr>
        <p:spPr>
          <a:xfrm>
            <a:off x="6008943" y="2290226"/>
            <a:ext cx="6011177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from 2</a:t>
            </a:r>
            <a:r>
              <a:rPr lang="en-US" sz="1400" baseline="30000" dirty="0"/>
              <a:t>nd</a:t>
            </a:r>
            <a:r>
              <a:rPr lang="en-US" sz="1400" dirty="0"/>
              <a:t> race stint of both cars, they showed quite a consistent behavior on track, so these data can be taken as representative.</a:t>
            </a:r>
          </a:p>
          <a:p>
            <a:endParaRPr lang="en-US" dirty="0"/>
          </a:p>
          <a:p>
            <a:r>
              <a:rPr lang="en-US" sz="1600" dirty="0"/>
              <a:t>From travel/speed damper histograms, it can be observed: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600" dirty="0"/>
              <a:t>709 car dampers stay 10% more time steady (0 mm/s speed), so on 709 higher level of low speed damping 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708 histograms are more symmetric, while in 709 low speed bump a bit more closed than low speed rebound</a:t>
            </a:r>
          </a:p>
        </p:txBody>
      </p:sp>
    </p:spTree>
    <p:extLst>
      <p:ext uri="{BB962C8B-B14F-4D97-AF65-F5344CB8AC3E}">
        <p14:creationId xmlns:p14="http://schemas.microsoft.com/office/powerpoint/2010/main" val="2556712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15B484-3E1F-4CEA-95E7-B811CE00F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Damping 2</a:t>
            </a:r>
            <a:endParaRPr lang="it-I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608283-F529-42B6-8B1B-CCA81E0CEF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62"/>
          <a:stretch/>
        </p:blipFill>
        <p:spPr>
          <a:xfrm>
            <a:off x="79114" y="1151541"/>
            <a:ext cx="10368585" cy="4955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C40BB4-C721-45FD-A24B-B559048DC288}"/>
              </a:ext>
            </a:extLst>
          </p:cNvPr>
          <p:cNvSpPr txBox="1"/>
          <p:nvPr/>
        </p:nvSpPr>
        <p:spPr>
          <a:xfrm>
            <a:off x="10419406" y="1151541"/>
            <a:ext cx="181069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#709 </a:t>
            </a:r>
            <a:r>
              <a:rPr lang="en-US" sz="1600" b="1" dirty="0"/>
              <a:t>rear</a:t>
            </a:r>
            <a:r>
              <a:rPr lang="en-US" sz="1600" dirty="0"/>
              <a:t> saw higher accelerations, in line with rear of the car instability feedback reported from drivers </a:t>
            </a:r>
          </a:p>
          <a:p>
            <a:endParaRPr lang="en-US" dirty="0"/>
          </a:p>
          <a:p>
            <a:r>
              <a:rPr lang="en-US" sz="1400" b="1" dirty="0"/>
              <a:t>Note: </a:t>
            </a:r>
            <a:r>
              <a:rPr lang="en-US" sz="1400" dirty="0"/>
              <a:t>difference in velocity profiles on straight nothing to do with damping levels probably, but connected to GB issues on 708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08453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75206-4218-49FC-8CC3-90D03BDF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Tcockpit</a:t>
            </a:r>
            <a:endParaRPr lang="it-IT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DB096-397D-4D71-A760-DB0CC3F2E224}"/>
              </a:ext>
            </a:extLst>
          </p:cNvPr>
          <p:cNvGrpSpPr/>
          <p:nvPr/>
        </p:nvGrpSpPr>
        <p:grpSpPr>
          <a:xfrm>
            <a:off x="102797" y="1052513"/>
            <a:ext cx="8872528" cy="5302509"/>
            <a:chOff x="102797" y="1052513"/>
            <a:chExt cx="8872528" cy="5302509"/>
          </a:xfrm>
        </p:grpSpPr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E28A6C76-BAF5-4443-952B-E64DC423288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62724536"/>
                </p:ext>
              </p:extLst>
            </p:nvPr>
          </p:nvGraphicFramePr>
          <p:xfrm>
            <a:off x="102797" y="1052513"/>
            <a:ext cx="8872528" cy="530250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E33198E-083B-40A0-B49F-F0927A9B49B8}"/>
                </a:ext>
              </a:extLst>
            </p:cNvPr>
            <p:cNvSpPr txBox="1"/>
            <p:nvPr/>
          </p:nvSpPr>
          <p:spPr>
            <a:xfrm>
              <a:off x="102798" y="4660778"/>
              <a:ext cx="71325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   11 AM                      12 AM                   1 PM                2PM                    3PM                   4 PM                 5PM</a:t>
              </a:r>
              <a:endParaRPr lang="it-IT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12055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79053-9172-4FB0-AAF5-369C53C9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Gearbox and Engine T </a:t>
            </a:r>
            <a:r>
              <a:rPr lang="en-US" b="1" dirty="0">
                <a:solidFill>
                  <a:srgbClr val="FF0000"/>
                </a:solidFill>
              </a:rPr>
              <a:t>#708 </a:t>
            </a:r>
            <a:r>
              <a:rPr lang="en-US" dirty="0"/>
              <a:t>vs </a:t>
            </a:r>
            <a:r>
              <a:rPr lang="en-US" b="1" dirty="0">
                <a:solidFill>
                  <a:schemeClr val="accent6"/>
                </a:solidFill>
              </a:rPr>
              <a:t>#709</a:t>
            </a:r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E7C550-04F1-4FC9-A8DE-303E5ED14B40}"/>
              </a:ext>
            </a:extLst>
          </p:cNvPr>
          <p:cNvSpPr txBox="1"/>
          <p:nvPr/>
        </p:nvSpPr>
        <p:spPr>
          <a:xfrm>
            <a:off x="10794596" y="1258089"/>
            <a:ext cx="13733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Data from 3</a:t>
            </a:r>
            <a:r>
              <a:rPr lang="en-US" sz="1400" baseline="30000" dirty="0"/>
              <a:t>rd</a:t>
            </a:r>
            <a:r>
              <a:rPr lang="en-US" sz="1400" dirty="0"/>
              <a:t> and 4</a:t>
            </a:r>
            <a:r>
              <a:rPr lang="en-US" sz="1400" baseline="30000" dirty="0"/>
              <a:t>th</a:t>
            </a:r>
            <a:r>
              <a:rPr lang="en-US" sz="1400" dirty="0"/>
              <a:t> stints both cars</a:t>
            </a:r>
            <a:endParaRPr lang="it-IT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A3D4D9-3D39-4DE0-86F2-D974B1D1CC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62"/>
          <a:stretch/>
        </p:blipFill>
        <p:spPr>
          <a:xfrm>
            <a:off x="1397404" y="1104273"/>
            <a:ext cx="9435292" cy="4472051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23E9924-482A-4432-8FA1-0EA8A7C3D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181652"/>
              </p:ext>
            </p:extLst>
          </p:nvPr>
        </p:nvGraphicFramePr>
        <p:xfrm>
          <a:off x="3273698" y="5150784"/>
          <a:ext cx="4778793" cy="1575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746">
                  <a:extLst>
                    <a:ext uri="{9D8B030D-6E8A-4147-A177-3AD203B41FA5}">
                      <a16:colId xmlns:a16="http://schemas.microsoft.com/office/drawing/2014/main" val="2526061084"/>
                    </a:ext>
                  </a:extLst>
                </a:gridCol>
                <a:gridCol w="1013989">
                  <a:extLst>
                    <a:ext uri="{9D8B030D-6E8A-4147-A177-3AD203B41FA5}">
                      <a16:colId xmlns:a16="http://schemas.microsoft.com/office/drawing/2014/main" val="2734251647"/>
                    </a:ext>
                  </a:extLst>
                </a:gridCol>
                <a:gridCol w="977774">
                  <a:extLst>
                    <a:ext uri="{9D8B030D-6E8A-4147-A177-3AD203B41FA5}">
                      <a16:colId xmlns:a16="http://schemas.microsoft.com/office/drawing/2014/main" val="1238334582"/>
                    </a:ext>
                  </a:extLst>
                </a:gridCol>
                <a:gridCol w="967284">
                  <a:extLst>
                    <a:ext uri="{9D8B030D-6E8A-4147-A177-3AD203B41FA5}">
                      <a16:colId xmlns:a16="http://schemas.microsoft.com/office/drawing/2014/main" val="3945820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Parameter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Avg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Max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min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extLst>
                  <a:ext uri="{0D108BD9-81ED-4DB2-BD59-A6C34878D82A}">
                    <a16:rowId xmlns:a16="http://schemas.microsoft.com/office/drawing/2014/main" val="2233397331"/>
                  </a:ext>
                </a:extLst>
              </a:tr>
              <a:tr h="32425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Engine Temp </a:t>
                      </a:r>
                      <a:r>
                        <a:rPr lang="en-US" sz="1400" dirty="0"/>
                        <a:t>[°C]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84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85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90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95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80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79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extLst>
                  <a:ext uri="{0D108BD9-81ED-4DB2-BD59-A6C34878D82A}">
                    <a16:rowId xmlns:a16="http://schemas.microsoft.com/office/drawing/2014/main" val="1561063691"/>
                  </a:ext>
                </a:extLst>
              </a:tr>
              <a:tr h="32425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Gearbox Temp </a:t>
                      </a:r>
                      <a:r>
                        <a:rPr lang="en-US" sz="1400" dirty="0"/>
                        <a:t>[°C]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107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117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112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122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84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87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extLst>
                  <a:ext uri="{0D108BD9-81ED-4DB2-BD59-A6C34878D82A}">
                    <a16:rowId xmlns:a16="http://schemas.microsoft.com/office/drawing/2014/main" val="2948017476"/>
                  </a:ext>
                </a:extLst>
              </a:tr>
              <a:tr h="32425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Inlet GB Temp</a:t>
                      </a:r>
                      <a:r>
                        <a:rPr lang="it-IT" sz="1400" b="1" dirty="0"/>
                        <a:t> </a:t>
                      </a:r>
                      <a:r>
                        <a:rPr lang="it-IT" sz="1400" dirty="0"/>
                        <a:t>[°C]</a:t>
                      </a:r>
                      <a:endParaRPr lang="en-US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72.5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79.4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85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90.5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60.1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63.4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extLst>
                  <a:ext uri="{0D108BD9-81ED-4DB2-BD59-A6C34878D82A}">
                    <a16:rowId xmlns:a16="http://schemas.microsoft.com/office/drawing/2014/main" val="3753905661"/>
                  </a:ext>
                </a:extLst>
              </a:tr>
              <a:tr h="32425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Outlet GB Temp </a:t>
                      </a:r>
                      <a:r>
                        <a:rPr lang="en-US" sz="1400" dirty="0"/>
                        <a:t>[°C]</a:t>
                      </a:r>
                      <a:endParaRPr lang="it-IT" sz="1400" dirty="0"/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51.6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58.5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55.4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62.3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34.1 </a:t>
                      </a: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36.5</a:t>
                      </a:r>
                      <a:endParaRPr lang="it-IT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4992" marR="64992" marT="32496" marB="32496"/>
                </a:tc>
                <a:extLst>
                  <a:ext uri="{0D108BD9-81ED-4DB2-BD59-A6C34878D82A}">
                    <a16:rowId xmlns:a16="http://schemas.microsoft.com/office/drawing/2014/main" val="1035882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675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5D27-56CF-4098-9267-B24403C9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EoS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#708 </a:t>
            </a:r>
            <a:r>
              <a:rPr lang="en-US" dirty="0"/>
              <a:t>vs </a:t>
            </a:r>
            <a:r>
              <a:rPr lang="en-US" b="1" dirty="0">
                <a:solidFill>
                  <a:schemeClr val="accent6"/>
                </a:solidFill>
              </a:rPr>
              <a:t>#709 </a:t>
            </a:r>
            <a:r>
              <a:rPr lang="en-US" dirty="0"/>
              <a:t>(Fastest race laps)</a:t>
            </a:r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48237-26B4-467A-BCFC-D1A8771CE8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60"/>
          <a:stretch/>
        </p:blipFill>
        <p:spPr>
          <a:xfrm>
            <a:off x="79899" y="1212839"/>
            <a:ext cx="9631231" cy="4574364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4EF0F29-A126-4F90-ACAA-4A4F2729E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159935"/>
              </p:ext>
            </p:extLst>
          </p:nvPr>
        </p:nvGraphicFramePr>
        <p:xfrm>
          <a:off x="8345010" y="3738074"/>
          <a:ext cx="3767091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389">
                  <a:extLst>
                    <a:ext uri="{9D8B030D-6E8A-4147-A177-3AD203B41FA5}">
                      <a16:colId xmlns:a16="http://schemas.microsoft.com/office/drawing/2014/main" val="2204424822"/>
                    </a:ext>
                  </a:extLst>
                </a:gridCol>
                <a:gridCol w="1058667">
                  <a:extLst>
                    <a:ext uri="{9D8B030D-6E8A-4147-A177-3AD203B41FA5}">
                      <a16:colId xmlns:a16="http://schemas.microsoft.com/office/drawing/2014/main" val="1213127473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79760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EoS</a:t>
                      </a:r>
                      <a:r>
                        <a:rPr lang="en-US" sz="1600" dirty="0"/>
                        <a:t> Parameter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#708</a:t>
                      </a:r>
                      <a:endParaRPr lang="it-IT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#709</a:t>
                      </a:r>
                      <a:endParaRPr lang="it-IT" sz="16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1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RH [mm]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44.3/42.9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42.4/39.3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4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3.38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2.93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4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3.79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3.76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7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46.6%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53.1%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36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42.7%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42.8%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73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0988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5D27-56CF-4098-9267-B24403C9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Parabolica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0000"/>
                </a:solidFill>
              </a:rPr>
              <a:t>#708 </a:t>
            </a:r>
            <a:r>
              <a:rPr lang="en-US" sz="3600" dirty="0"/>
              <a:t>vs </a:t>
            </a:r>
            <a:r>
              <a:rPr lang="en-US" sz="3600" b="1" dirty="0">
                <a:solidFill>
                  <a:schemeClr val="accent6"/>
                </a:solidFill>
              </a:rPr>
              <a:t>#709 </a:t>
            </a:r>
            <a:r>
              <a:rPr lang="en-US" sz="3600" dirty="0"/>
              <a:t>(Fastest race laps)</a:t>
            </a:r>
            <a:endParaRPr lang="it-IT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CE937-CD8B-4698-A436-EB7C67CC1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2" b="1180"/>
          <a:stretch/>
        </p:blipFill>
        <p:spPr>
          <a:xfrm>
            <a:off x="35509" y="1074195"/>
            <a:ext cx="10301990" cy="4839737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4EF0F29-A126-4F90-ACAA-4A4F2729E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57640"/>
              </p:ext>
            </p:extLst>
          </p:nvPr>
        </p:nvGraphicFramePr>
        <p:xfrm>
          <a:off x="8380522" y="3915631"/>
          <a:ext cx="3767091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389">
                  <a:extLst>
                    <a:ext uri="{9D8B030D-6E8A-4147-A177-3AD203B41FA5}">
                      <a16:colId xmlns:a16="http://schemas.microsoft.com/office/drawing/2014/main" val="2204424822"/>
                    </a:ext>
                  </a:extLst>
                </a:gridCol>
                <a:gridCol w="1058667">
                  <a:extLst>
                    <a:ext uri="{9D8B030D-6E8A-4147-A177-3AD203B41FA5}">
                      <a16:colId xmlns:a16="http://schemas.microsoft.com/office/drawing/2014/main" val="1213127473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79760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EoS</a:t>
                      </a:r>
                      <a:r>
                        <a:rPr lang="en-US" sz="1600" dirty="0"/>
                        <a:t> Parameter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#708</a:t>
                      </a:r>
                      <a:endParaRPr lang="it-IT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#709</a:t>
                      </a:r>
                      <a:endParaRPr lang="it-IT" sz="16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1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RH [mm]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57.1/65.8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57.1/60.8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4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3.47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1.68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4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3.90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3.82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7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44.9%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36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40.38%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39.55%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7366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688910-9EC8-4140-809D-4CF8A85ACB05}"/>
              </a:ext>
            </a:extLst>
          </p:cNvPr>
          <p:cNvSpPr txBox="1"/>
          <p:nvPr/>
        </p:nvSpPr>
        <p:spPr>
          <a:xfrm>
            <a:off x="10428667" y="1128513"/>
            <a:ext cx="16277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FF"/>
                </a:solidFill>
              </a:rPr>
              <a:t>Rear RH in corners not to be trusted since RL laser not working, some troubles in </a:t>
            </a:r>
            <a:r>
              <a:rPr lang="en-US" sz="1400" dirty="0" err="1">
                <a:solidFill>
                  <a:srgbClr val="FF00FF"/>
                </a:solidFill>
              </a:rPr>
              <a:t>aeroload</a:t>
            </a:r>
            <a:r>
              <a:rPr lang="en-US" sz="1400" dirty="0">
                <a:solidFill>
                  <a:srgbClr val="FF00FF"/>
                </a:solidFill>
              </a:rPr>
              <a:t> estimation, to in #709, to be </a:t>
            </a:r>
            <a:r>
              <a:rPr lang="en-US" sz="1400" dirty="0" err="1">
                <a:solidFill>
                  <a:srgbClr val="FF00FF"/>
                </a:solidFill>
              </a:rPr>
              <a:t>analised</a:t>
            </a:r>
            <a:r>
              <a:rPr lang="en-US" sz="1400" dirty="0">
                <a:solidFill>
                  <a:srgbClr val="FF00FF"/>
                </a:solidFill>
              </a:rPr>
              <a:t> second fastest lap…</a:t>
            </a:r>
          </a:p>
        </p:txBody>
      </p:sp>
    </p:spTree>
    <p:extLst>
      <p:ext uri="{BB962C8B-B14F-4D97-AF65-F5344CB8AC3E}">
        <p14:creationId xmlns:p14="http://schemas.microsoft.com/office/powerpoint/2010/main" val="1466265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F5D27-56CF-4098-9267-B24403C9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Parabolica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#708 </a:t>
            </a:r>
            <a:r>
              <a:rPr lang="en-US" sz="2400" dirty="0"/>
              <a:t>vs </a:t>
            </a:r>
            <a:r>
              <a:rPr lang="en-US" sz="2400" b="1" dirty="0">
                <a:solidFill>
                  <a:schemeClr val="accent6"/>
                </a:solidFill>
              </a:rPr>
              <a:t>#709 </a:t>
            </a:r>
            <a:r>
              <a:rPr lang="en-US" sz="2400" dirty="0"/>
              <a:t>(Fastest race lap </a:t>
            </a:r>
            <a:r>
              <a:rPr lang="en-US" sz="2400" b="1" dirty="0">
                <a:solidFill>
                  <a:srgbClr val="FF0000"/>
                </a:solidFill>
              </a:rPr>
              <a:t>#708</a:t>
            </a:r>
            <a:r>
              <a:rPr lang="en-US" sz="2400" dirty="0"/>
              <a:t>, 2</a:t>
            </a:r>
            <a:r>
              <a:rPr lang="en-US" sz="2400" baseline="30000" dirty="0"/>
              <a:t>nd</a:t>
            </a:r>
            <a:r>
              <a:rPr lang="en-US" sz="2400" dirty="0"/>
              <a:t> fastest </a:t>
            </a:r>
            <a:r>
              <a:rPr lang="en-US" sz="2400" b="1" dirty="0">
                <a:solidFill>
                  <a:schemeClr val="accent6"/>
                </a:solidFill>
              </a:rPr>
              <a:t>#709</a:t>
            </a:r>
            <a:r>
              <a:rPr lang="en-US" sz="2400" dirty="0"/>
              <a:t>)</a:t>
            </a:r>
            <a:endParaRPr lang="it-IT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8C31D0-2262-4F23-862D-856C62230D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85"/>
          <a:stretch/>
        </p:blipFill>
        <p:spPr>
          <a:xfrm>
            <a:off x="44387" y="1091884"/>
            <a:ext cx="9942991" cy="3861856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4EF0F29-A126-4F90-ACAA-4A4F2729E0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2480356"/>
              </p:ext>
            </p:extLst>
          </p:nvPr>
        </p:nvGraphicFramePr>
        <p:xfrm>
          <a:off x="8380522" y="3915631"/>
          <a:ext cx="3767091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2389">
                  <a:extLst>
                    <a:ext uri="{9D8B030D-6E8A-4147-A177-3AD203B41FA5}">
                      <a16:colId xmlns:a16="http://schemas.microsoft.com/office/drawing/2014/main" val="2204424822"/>
                    </a:ext>
                  </a:extLst>
                </a:gridCol>
                <a:gridCol w="1058667">
                  <a:extLst>
                    <a:ext uri="{9D8B030D-6E8A-4147-A177-3AD203B41FA5}">
                      <a16:colId xmlns:a16="http://schemas.microsoft.com/office/drawing/2014/main" val="1213127473"/>
                    </a:ext>
                  </a:extLst>
                </a:gridCol>
                <a:gridCol w="1086035">
                  <a:extLst>
                    <a:ext uri="{9D8B030D-6E8A-4147-A177-3AD203B41FA5}">
                      <a16:colId xmlns:a16="http://schemas.microsoft.com/office/drawing/2014/main" val="797600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EoS</a:t>
                      </a:r>
                      <a:r>
                        <a:rPr lang="en-US" sz="1600" dirty="0"/>
                        <a:t> Parameter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#708</a:t>
                      </a:r>
                      <a:endParaRPr lang="it-IT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#709</a:t>
                      </a:r>
                      <a:endParaRPr lang="it-IT" sz="1600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15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RH [mm]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57.5/65.1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57.4/63.9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843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3.47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1.20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42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SCz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3.882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3.866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574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</a:t>
                      </a:r>
                      <a:r>
                        <a:rPr lang="en-US" sz="1600" b="1" dirty="0" err="1"/>
                        <a:t>meas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43.0%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/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363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AeroBal</a:t>
                      </a:r>
                      <a:r>
                        <a:rPr lang="en-US" sz="1600" b="1" dirty="0"/>
                        <a:t> LUT</a:t>
                      </a:r>
                      <a:endParaRPr lang="it-IT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40.09%</a:t>
                      </a:r>
                      <a:endParaRPr lang="it-IT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39.92%</a:t>
                      </a:r>
                      <a:endParaRPr lang="it-IT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736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699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EC7E-8EC3-4AD3-BD88-EB3BD737F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Delta Time 150-300 </a:t>
            </a:r>
            <a:r>
              <a:rPr lang="en-US" b="1" dirty="0">
                <a:solidFill>
                  <a:srgbClr val="FF0000"/>
                </a:solidFill>
              </a:rPr>
              <a:t>#708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vs </a:t>
            </a:r>
            <a:r>
              <a:rPr lang="en-US" b="1" dirty="0">
                <a:solidFill>
                  <a:schemeClr val="accent6"/>
                </a:solidFill>
              </a:rPr>
              <a:t>#709</a:t>
            </a:r>
            <a:endParaRPr lang="it-IT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236AB-737E-44ED-A696-CF2CE7CF0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10" y="1222847"/>
            <a:ext cx="8005069" cy="14126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58F69D-0DCB-4E18-982F-52CB8DDA4C43}"/>
              </a:ext>
            </a:extLst>
          </p:cNvPr>
          <p:cNvSpPr txBox="1"/>
          <p:nvPr/>
        </p:nvSpPr>
        <p:spPr>
          <a:xfrm>
            <a:off x="8487053" y="1222847"/>
            <a:ext cx="221406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#708</a:t>
            </a:r>
            <a:endParaRPr lang="en-US" sz="1400" dirty="0"/>
          </a:p>
          <a:p>
            <a:r>
              <a:rPr lang="en-US" sz="1400" dirty="0"/>
              <a:t>Acceleration 150-300kph: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Time: 	    14.2s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Distance:  930m </a:t>
            </a:r>
            <a:endParaRPr lang="it-IT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EA7F6B-42E0-4C99-B53B-D056A36DC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10" y="2831302"/>
            <a:ext cx="8005069" cy="1415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60E07E-7844-4204-B652-7B06B15F37B9}"/>
              </a:ext>
            </a:extLst>
          </p:cNvPr>
          <p:cNvSpPr txBox="1"/>
          <p:nvPr/>
        </p:nvSpPr>
        <p:spPr>
          <a:xfrm>
            <a:off x="8487053" y="2863131"/>
            <a:ext cx="221406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#709</a:t>
            </a:r>
            <a:endParaRPr lang="en-US" sz="1400" dirty="0">
              <a:solidFill>
                <a:srgbClr val="00B050"/>
              </a:solidFill>
            </a:endParaRPr>
          </a:p>
          <a:p>
            <a:r>
              <a:rPr lang="en-US" sz="1400" dirty="0"/>
              <a:t>Acceleration 150-300kph: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Time: 	    13.7s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Distance:  892m </a:t>
            </a:r>
            <a:endParaRPr lang="it-IT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9312DD-004D-43AF-9D9F-E4122F6136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510" y="4350058"/>
            <a:ext cx="8005068" cy="19475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97E70E-0E71-41D0-8DB8-AAC7973DE090}"/>
              </a:ext>
            </a:extLst>
          </p:cNvPr>
          <p:cNvSpPr txBox="1"/>
          <p:nvPr/>
        </p:nvSpPr>
        <p:spPr>
          <a:xfrm>
            <a:off x="8487053" y="4759240"/>
            <a:ext cx="29207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Overlay between the 2 starting when driver on throttle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55216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E7BF-4BC8-4463-B0BB-3A1160728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Speed profile and corner radius Best laps </a:t>
            </a:r>
            <a:r>
              <a:rPr lang="en-US" sz="2800" b="1" dirty="0">
                <a:solidFill>
                  <a:srgbClr val="FF0000"/>
                </a:solidFill>
              </a:rPr>
              <a:t>#708 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vs </a:t>
            </a:r>
            <a:r>
              <a:rPr lang="en-US" sz="2800" b="1" dirty="0">
                <a:solidFill>
                  <a:schemeClr val="accent6"/>
                </a:solidFill>
              </a:rPr>
              <a:t>#709</a:t>
            </a:r>
            <a:r>
              <a:rPr lang="en-US" sz="2800" dirty="0"/>
              <a:t> </a:t>
            </a:r>
            <a:endParaRPr lang="it-IT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681E93-5599-429D-AF86-E729C22017AD}"/>
              </a:ext>
            </a:extLst>
          </p:cNvPr>
          <p:cNvSpPr txBox="1"/>
          <p:nvPr/>
        </p:nvSpPr>
        <p:spPr>
          <a:xfrm>
            <a:off x="86188" y="5321655"/>
            <a:ext cx="16353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Best </a:t>
            </a:r>
            <a:r>
              <a:rPr lang="en-US" sz="1400" dirty="0" err="1"/>
              <a:t>Laptimes</a:t>
            </a:r>
            <a:r>
              <a:rPr lang="en-US" sz="1400" dirty="0"/>
              <a:t>: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#708: 1:37.95 GM</a:t>
            </a:r>
          </a:p>
          <a:p>
            <a:r>
              <a:rPr lang="en-US" sz="1400" b="1" dirty="0">
                <a:solidFill>
                  <a:srgbClr val="00B050"/>
                </a:solidFill>
              </a:rPr>
              <a:t>#709: 1:37.27 RD</a:t>
            </a:r>
            <a:endParaRPr lang="it-IT" sz="1400" b="1" dirty="0">
              <a:solidFill>
                <a:srgbClr val="00B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493B94-186F-46FA-A2D0-1ECA073B9A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0"/>
          <a:stretch/>
        </p:blipFill>
        <p:spPr>
          <a:xfrm>
            <a:off x="69060" y="1149657"/>
            <a:ext cx="12053879" cy="398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5403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ReadMe - Folder Manual</Template>
  <TotalTime>469</TotalTime>
  <Words>471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 Narrow</vt:lpstr>
      <vt:lpstr>Bebas Neue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Damping 1</vt:lpstr>
      <vt:lpstr>Damping 2</vt:lpstr>
      <vt:lpstr>Tcockpit</vt:lpstr>
      <vt:lpstr>Gearbox and Engine T #708 vs #709</vt:lpstr>
      <vt:lpstr>EoS #708 vs #709 (Fastest race laps)</vt:lpstr>
      <vt:lpstr>Parabolica #708 vs #709 (Fastest race laps)</vt:lpstr>
      <vt:lpstr>Parabolica #708 vs #709 (Fastest race lap #708, 2nd fastest #709)</vt:lpstr>
      <vt:lpstr>Delta Time 150-300 #708 vs #709</vt:lpstr>
      <vt:lpstr>Speed profile and corner radius Best laps #708 vs #709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Paganini</dc:creator>
  <cp:lastModifiedBy>Matteo Paganini</cp:lastModifiedBy>
  <cp:revision>14</cp:revision>
  <dcterms:created xsi:type="dcterms:W3CDTF">2021-07-21T11:09:31Z</dcterms:created>
  <dcterms:modified xsi:type="dcterms:W3CDTF">2021-07-22T08:54:05Z</dcterms:modified>
</cp:coreProperties>
</file>