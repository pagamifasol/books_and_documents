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8" r:id="rId4"/>
    <p:sldId id="257" r:id="rId5"/>
    <p:sldId id="259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3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23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5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1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8181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573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568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6978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7953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4448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02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24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4112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43910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82951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86051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24193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846154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9458332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88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175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6288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398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009722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02126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05369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912448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83571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81833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6413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51625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204365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530127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7583495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65137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19248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423086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471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951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092385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013902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9BA9-B5D4-498A-9A48-9BD2ED880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285AF-7E9B-4184-AA96-DBE3D1413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3CF03-7B03-44C6-B73A-C09EBD6C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40AE8-5CDA-4384-A9CE-3A3A7E866FCD}" type="datetimeFigureOut">
              <a:rPr lang="it-IT" smtClean="0"/>
              <a:t>01/10/2021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B0AB6-45E6-4D81-861A-CE9164BC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024C-E391-4906-B0AE-2C69B556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2834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545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614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374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032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96921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830682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9721119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936624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5996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25663947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808826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51040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0075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75302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242724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1186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16316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539516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4320086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8770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7529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3535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57082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28115134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0539376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23090652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639449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8080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33586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1066692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5236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713114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78358770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4160425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398860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640801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97374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69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777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707516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6899963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5A4F444-0A38-40C3-8F97-B19B83E7D6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1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9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B9B47A-2EF1-4814-87D2-73C915A2C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SCG004C Test Cremona 05/10/2021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432C3-6A9A-42C2-8A3F-302E85FD17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Setup changes evaluation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841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173E28-D51E-4193-93FA-43EA823854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6"/>
          <a:stretch/>
        </p:blipFill>
        <p:spPr>
          <a:xfrm>
            <a:off x="735464" y="1199626"/>
            <a:ext cx="11428573" cy="514895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4B26B49-BE63-41DC-998D-1486B198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Acceleration to Top Speed (~250kph)</a:t>
            </a:r>
            <a:endParaRPr lang="it-IT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F6FF2-CB4A-4AF4-86DD-A1BD77843A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8" t="-16802" r="1" b="1"/>
          <a:stretch/>
        </p:blipFill>
        <p:spPr>
          <a:xfrm>
            <a:off x="0" y="985401"/>
            <a:ext cx="3741489" cy="43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3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11DDC9-391F-4308-ACD3-C2F7A49952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9"/>
          <a:stretch/>
        </p:blipFill>
        <p:spPr>
          <a:xfrm>
            <a:off x="721453" y="1186736"/>
            <a:ext cx="11409028" cy="514475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4B26B49-BE63-41DC-998D-1486B198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Acceleration From 180 kph</a:t>
            </a:r>
            <a:endParaRPr lang="it-IT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F4BFF1-5F94-4C6E-8BB5-173EB391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" y="1060903"/>
            <a:ext cx="4009938" cy="43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49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7B1FC1E-C249-43C9-94CF-D6436C96B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35" y="1366763"/>
            <a:ext cx="11134987" cy="502050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4B26B49-BE63-41DC-998D-1486B1984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Braking from 250kph</a:t>
            </a:r>
            <a:endParaRPr lang="it-IT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2A185-A1B5-4674-A285-282B9D41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2513"/>
            <a:ext cx="3733101" cy="3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4632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ReadMe - Folder Manual</Template>
  <TotalTime>37</TotalTime>
  <Words>21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PowerPoint Presentation</vt:lpstr>
      <vt:lpstr>Acceleration to Top Speed (~250kph)</vt:lpstr>
      <vt:lpstr>Acceleration From 180 kph</vt:lpstr>
      <vt:lpstr>Braking from 250kph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Paganini</dc:creator>
  <cp:lastModifiedBy>Matteo Paganini</cp:lastModifiedBy>
  <cp:revision>2</cp:revision>
  <dcterms:created xsi:type="dcterms:W3CDTF">2021-10-01T14:07:24Z</dcterms:created>
  <dcterms:modified xsi:type="dcterms:W3CDTF">2021-10-01T14:44:51Z</dcterms:modified>
</cp:coreProperties>
</file>